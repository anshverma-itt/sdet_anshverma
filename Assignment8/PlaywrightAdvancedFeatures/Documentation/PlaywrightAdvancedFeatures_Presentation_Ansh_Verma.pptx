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19123fb8834e32" /><Relationship Type="http://schemas.openxmlformats.org/officeDocument/2006/relationships/extended-properties" Target="/docProps/app.xml" Id="R687193439fda474f" /><Relationship Type="http://schemas.openxmlformats.org/officeDocument/2006/relationships/officeDocument" Target="/ppt/presentation.xml" Id="R7ed4fbf66f6c4fa3" /></Relationships>
</file>

<file path=ppt/presentation.xml><?xml version="1.0" encoding="utf-8"?>
<p:presentation xmlns:p="http://schemas.openxmlformats.org/presentationml/2006/main">
  <p:sldMasterIdLst>
    <p:sldMasterId xmlns:r="http://schemas.openxmlformats.org/officeDocument/2006/relationships" id="2147483648" r:id="R8a6e6a6bc4744ac9"/>
  </p:sldMasterIdLst>
  <p:notesMasterIdLst>
    <p:notesMasterId xmlns:r="http://schemas.openxmlformats.org/officeDocument/2006/relationships" r:id="Ra53c7b2a497249c7"/>
  </p:notesMasterIdLst>
  <p:sldIdLst>
    <p:sldId xmlns:r="http://schemas.openxmlformats.org/officeDocument/2006/relationships" id="256" r:id="Re79d4b528f0547c4"/>
    <p:sldId xmlns:r="http://schemas.openxmlformats.org/officeDocument/2006/relationships" id="257" r:id="Rbb0879e4282d4e23"/>
    <p:sldId xmlns:r="http://schemas.openxmlformats.org/officeDocument/2006/relationships" id="258" r:id="Rc3ed5546433b4661"/>
    <p:sldId xmlns:r="http://schemas.openxmlformats.org/officeDocument/2006/relationships" id="259" r:id="R2bfe6bd2d4684f08"/>
    <p:sldId xmlns:r="http://schemas.openxmlformats.org/officeDocument/2006/relationships" id="260" r:id="Rb546759d2f0945eb"/>
    <p:sldId xmlns:r="http://schemas.openxmlformats.org/officeDocument/2006/relationships" id="261" r:id="R733b1579e6b94468"/>
    <p:sldId xmlns:r="http://schemas.openxmlformats.org/officeDocument/2006/relationships" id="262" r:id="R06831232c3db41a0"/>
    <p:sldId xmlns:r="http://schemas.openxmlformats.org/officeDocument/2006/relationships" id="263" r:id="R01a70834f9534032"/>
    <p:sldId xmlns:r="http://schemas.openxmlformats.org/officeDocument/2006/relationships" id="264" r:id="R11a8703d053c4e20"/>
    <p:sldId xmlns:r="http://schemas.openxmlformats.org/officeDocument/2006/relationships" id="265" r:id="R63b4d3bc6d074622"/>
    <p:sldId xmlns:r="http://schemas.openxmlformats.org/officeDocument/2006/relationships" id="266" r:id="R5629bb0bf08042d7"/>
    <p:sldId xmlns:r="http://schemas.openxmlformats.org/officeDocument/2006/relationships" id="267" r:id="R1f6d4ad7eea742c4"/>
    <p:sldId xmlns:r="http://schemas.openxmlformats.org/officeDocument/2006/relationships" id="268" r:id="R7537d91ccb114b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95e36cf2234b49" /><Relationship Type="http://schemas.openxmlformats.org/officeDocument/2006/relationships/slideMaster" Target="/ppt/slideMasters/slideMaster1.xml" Id="R8a6e6a6bc4744ac9" /><Relationship Type="http://schemas.openxmlformats.org/officeDocument/2006/relationships/notesMaster" Target="/ppt/notesMasters/notesMaster1.xml" Id="Ra53c7b2a497249c7" /><Relationship Type="http://schemas.openxmlformats.org/officeDocument/2006/relationships/presProps" Target="/ppt/presProps.xml" Id="R4a7ea01cdbce41e9" /><Relationship Type="http://schemas.openxmlformats.org/officeDocument/2006/relationships/tableStyles" Target="/ppt/tableStyles.xml" Id="Rac7468161160458b" /><Relationship Type="http://schemas.openxmlformats.org/officeDocument/2006/relationships/slide" Target="/ppt/slides/slide1.xml" Id="Re79d4b528f0547c4" /><Relationship Type="http://schemas.openxmlformats.org/officeDocument/2006/relationships/slide" Target="/ppt/slides/slide2.xml" Id="Rbb0879e4282d4e23" /><Relationship Type="http://schemas.openxmlformats.org/officeDocument/2006/relationships/slide" Target="/ppt/slides/slide3.xml" Id="Rc3ed5546433b4661" /><Relationship Type="http://schemas.openxmlformats.org/officeDocument/2006/relationships/slide" Target="/ppt/slides/slide4.xml" Id="R2bfe6bd2d4684f08" /><Relationship Type="http://schemas.openxmlformats.org/officeDocument/2006/relationships/slide" Target="/ppt/slides/slide5.xml" Id="Rb546759d2f0945eb" /><Relationship Type="http://schemas.openxmlformats.org/officeDocument/2006/relationships/slide" Target="/ppt/slides/slide6.xml" Id="R733b1579e6b94468" /><Relationship Type="http://schemas.openxmlformats.org/officeDocument/2006/relationships/slide" Target="/ppt/slides/slide7.xml" Id="R06831232c3db41a0" /><Relationship Type="http://schemas.openxmlformats.org/officeDocument/2006/relationships/slide" Target="/ppt/slides/slide8.xml" Id="R01a70834f9534032" /><Relationship Type="http://schemas.openxmlformats.org/officeDocument/2006/relationships/slide" Target="/ppt/slides/slide9.xml" Id="R11a8703d053c4e20" /><Relationship Type="http://schemas.openxmlformats.org/officeDocument/2006/relationships/slide" Target="/ppt/slides/slide10.xml" Id="R63b4d3bc6d074622" /><Relationship Type="http://schemas.openxmlformats.org/officeDocument/2006/relationships/slide" Target="/ppt/slides/slide11.xml" Id="R5629bb0bf08042d7" /><Relationship Type="http://schemas.openxmlformats.org/officeDocument/2006/relationships/slide" Target="/ppt/slides/slide12.xml" Id="R1f6d4ad7eea742c4" /><Relationship Type="http://schemas.openxmlformats.org/officeDocument/2006/relationships/slide" Target="/ppt/slides/slide13.xml" Id="R7537d91ccb114b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d9f4b5171949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1ea93698b042e7" /><Relationship Type="http://schemas.openxmlformats.org/officeDocument/2006/relationships/notesMaster" Target="/ppt/notesMasters/notesMaster1.xml" Id="R60eaed14fb3046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1a91567c6e495d" /><Relationship Type="http://schemas.openxmlformats.org/officeDocument/2006/relationships/notesMaster" Target="/ppt/notesMasters/notesMaster1.xml" Id="R110901d2333345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8ac662dc4644e7" /><Relationship Type="http://schemas.openxmlformats.org/officeDocument/2006/relationships/notesMaster" Target="/ppt/notesMasters/notesMaster1.xml" Id="Rd764e80f05a541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1cfc15dca34390" /><Relationship Type="http://schemas.openxmlformats.org/officeDocument/2006/relationships/notesMaster" Target="/ppt/notesMasters/notesMaster1.xml" Id="R9651c7d95cbe43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884a438dcf4b78" /><Relationship Type="http://schemas.openxmlformats.org/officeDocument/2006/relationships/notesMaster" Target="/ppt/notesMasters/notesMaster1.xml" Id="R45d2cad3815241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1db7062a774412" /><Relationship Type="http://schemas.openxmlformats.org/officeDocument/2006/relationships/notesMaster" Target="/ppt/notesMasters/notesMaster1.xml" Id="Rd5842e17570c4c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9c5a0348df4486" /><Relationship Type="http://schemas.openxmlformats.org/officeDocument/2006/relationships/notesMaster" Target="/ppt/notesMasters/notesMaster1.xml" Id="R902b1674ae744a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8fe8107d8b4763" /><Relationship Type="http://schemas.openxmlformats.org/officeDocument/2006/relationships/notesMaster" Target="/ppt/notesMasters/notesMaster1.xml" Id="Re03fbd41479148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44264f8ce645a3" /><Relationship Type="http://schemas.openxmlformats.org/officeDocument/2006/relationships/notesMaster" Target="/ppt/notesMasters/notesMaster1.xml" Id="Rb8915591985748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3971a9e9da4bb6" /><Relationship Type="http://schemas.openxmlformats.org/officeDocument/2006/relationships/notesMaster" Target="/ppt/notesMasters/notesMaster1.xml" Id="R7c4e3f63d71a46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9da0f5151f4854" /><Relationship Type="http://schemas.openxmlformats.org/officeDocument/2006/relationships/notesMaster" Target="/ppt/notesMasters/notesMaster1.xml" Id="R389f1297c6a04f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5bd7227c6843b9" /><Relationship Type="http://schemas.openxmlformats.org/officeDocument/2006/relationships/notesMaster" Target="/ppt/notesMasters/notesMaster1.xml" Id="Rd7b6c8c077114c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5bbe40ad274688" /><Relationship Type="http://schemas.openxmlformats.org/officeDocument/2006/relationships/notesMaster" Target="/ppt/notesMasters/notesMaster1.xml" Id="Re17385bde9f940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Open with: ‘This is a separate .NET 10 test project built to demonstrate advanced Playwright browser features that SauceDemo itself does not expose.’ Introduce yourself, then state the evidence: five focused classes produce six NUnit cases and support Chromium and WebKit. Transition: explain why a separate project was necessary.</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/Users/rahulverma/Documents/ChatGPT/Assignment8/PlaywrightAdvancedFeatures/README.md</a:t>
            </a:r>
          </a:p>
          <a:p xmlns:a="http://schemas.openxmlformats.org/drawingml/2006/main">
            <a:r>
              <a:t>- Local project source: /Users/rahulverma/Documents/ChatGPT/Assignment8/PlaywrightAdvancedFeatures/PlaywrightAdvancedFeatures.csproj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Explain the scope boundary clearly. The advanced project is not an extension of SauceDemo; it is an independent demonstration framework. Emphasize that self-contained HTML makes the examples stable, small, and easy for an evaluator to inspect. Transition: show how the project is organized.</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Read the diagram left to right. A test inherits BrowserTestBase. The base delegates browser launch to BrowserFactory and evidence work to TestEvidence. TestSettings supplies validated configuration. Locators and TestData feed the test without embedding selectors or values. TestPaths provides output-safe paths. The result is isolated execution and evidence. Transition: open the folder tree and name every file group.</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/Users/rahulverma/Documents/ChatGPT/Assignment8/PlaywrightAdvancedFeatures/Fixtures/BrowserTestBase.cs</a:t>
            </a:r>
          </a:p>
          <a:p xmlns:a="http://schemas.openxmlformats.org/drawingml/2006/main">
            <a:r>
              <a:t>- Local project source: /Users/rahulverma/Documents/ChatGPT/Assignment8/PlaywrightAdvancedFeatures/Fixtures/BrowserFactory.cs</a:t>
            </a:r>
          </a:p>
          <a:p xmlns:a="http://schemas.openxmlformats.org/drawingml/2006/main">
            <a:r>
              <a:t>- Local project source: /Users/rahulverma/Documents/ChatGPT/Assignment8/PlaywrightAdvancedFeatures/Fixtures/TestEvidence.cs</a:t>
            </a:r>
          </a:p>
          <a:p xmlns:a="http://schemas.openxmlformats.org/drawingml/2006/main">
            <a:r>
              <a:t>- Local project source: /Users/rahulverma/Documents/ChatGPT/Assignment8/PlaywrightAdvancedFeatures/Configuration/TestSettings.cs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Walk down the tree. Point out that files are grouped by role, not placed in one large class. Mention the three project-root files separately: appsettings controls execution, allureConfig directs reporting, and the csproj declares .NET 10, packages, and copied assets. Transition: explain the important files one by one.</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/Users/rahulverma/Documents/ChatGPT/Assignment8/PlaywrightAdvancedFeatures/README.md</a:t>
            </a:r>
          </a:p>
          <a:p xmlns:a="http://schemas.openxmlformats.org/drawingml/2006/main">
            <a:r>
              <a:t>- Local project source: /Users/rahulverma/Documents/ChatGPT/Assignment8/PlaywrightAdvancedFeatures/PlaywrightAdvancedFeatures.csproj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This is the main viva slide. For each row, say the file, its one responsibility, and its caller. Stress that BrowserTestBase coordinates but does not contain browser-selection logic, evidence logic, or path logic. That keeps it limited to setup and teardown as required. Transition: show the exact lifecycle inside that base class.</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/Users/rahulverma/Documents/ChatGPT/Assignment8/PlaywrightAdvancedFeatures/Fixtures/BrowserTestBase.cs</a:t>
            </a:r>
          </a:p>
          <a:p xmlns:a="http://schemas.openxmlformats.org/drawingml/2006/main">
            <a:r>
              <a:t>- Local project source: /Users/rahulverma/Documents/ChatGPT/Assignment8/PlaywrightAdvancedFeatures/Fixtures/BrowserFactory.cs</a:t>
            </a:r>
          </a:p>
          <a:p xmlns:a="http://schemas.openxmlformats.org/drawingml/2006/main">
            <a:r>
              <a:t>- Local project source: /Users/rahulverma/Documents/ChatGPT/Assignment8/PlaywrightAdvancedFeatures/Fixtures/TestEvidence.cs</a:t>
            </a:r>
          </a:p>
          <a:p xmlns:a="http://schemas.openxmlformats.org/drawingml/2006/main">
            <a:r>
              <a:t>- Local project source: /Users/rahulverma/Documents/ChatGPT/Assignment8/PlaywrightAdvancedFeatures/Infrastructure/TestPaths.cs</a:t>
            </a:r>
          </a:p>
          <a:p xmlns:a="http://schemas.openxmlformats.org/drawingml/2006/main">
            <a:r>
              <a:t>- Local project source: /Users/rahulverma/Documents/ChatGPT/Assignment8/PlaywrightAdvancedFeatures/Locators/AdvancedFeatureLocators.cs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Present SetUp first, then TearDown. Mention exact delegation: TestSettings.Load, BrowserFactory.Launch, TestPaths.InTestOutput, TestEvidence.StartTracing, TestEvidence.Capture, and TestEvidence.AttachVideo. Explain that the finally block protects cleanup even when evidence capture fails. Transition: show how hardcoding was removed from test methods.</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/Users/rahulverma/Documents/ChatGPT/Assignment8/PlaywrightAdvancedFeatures/Fixtures/BrowserTestBase.cs</a:t>
            </a:r>
          </a:p>
          <a:p xmlns:a="http://schemas.openxmlformats.org/drawingml/2006/main">
            <a:r>
              <a:t>- Local project source: /Users/rahulverma/Documents/ChatGPT/Assignment8/PlaywrightAdvancedFeatures/Configuration/TestSettings.cs</a:t>
            </a:r>
          </a:p>
          <a:p xmlns:a="http://schemas.openxmlformats.org/drawingml/2006/main">
            <a:r>
              <a:t>- Local project source: /Users/rahulverma/Documents/ChatGPT/Assignment8/PlaywrightAdvancedFeatures/Fixtures/TestEvidence.cs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Explain that ‘no hardcoding’ does not mean zero literals anywhere; it means changeable selectors, routes, filenames, expected values, and runtime options each have a named home. Show that the test methods reference AdvancedFeatureLocators and TestData constants instead of repeating selector or input strings. Transition: demonstrate the first three feature flows.</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/Users/rahulverma/Documents/ChatGPT/Assignment8/PlaywrightAdvancedFeatures/Locators/AdvancedFeatureLocators.cs</a:t>
            </a:r>
          </a:p>
          <a:p xmlns:a="http://schemas.openxmlformats.org/drawingml/2006/main">
            <a:r>
              <a:t>- Local project source: /Users/rahulverma/Documents/ChatGPT/Assignment8/PlaywrightAdvancedFeatures/TestData</a:t>
            </a:r>
          </a:p>
          <a:p xmlns:a="http://schemas.openxmlformats.org/drawingml/2006/main">
            <a:r>
              <a:t>- Local project source: /Users/rahulverma/Documents/ChatGPT/Assignment8/PlaywrightAdvancedFeatures/appsettings.json</a:t>
            </a:r>
          </a:p>
          <a:p xmlns:a="http://schemas.openxmlformats.org/drawingml/2006/main">
            <a:r>
              <a:t>- Local project source: /Users/rahulverma/Documents/ChatGPT/Assignment8/PlaywrightAdvancedFeatures/TestAssets/upload-sample.txt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Explain the left card as one combined upload/download case. On the center card, distinguish a JavaScript dialog from a popup page: dialogs use the Dialog event; popups create another IPage. On the right card, explain that FrameLocator changes the search context without manually switching frames. Transition: cover EvaluateAsync, parameterization, and API mocking.</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/Users/rahulverma/Documents/ChatGPT/Assignment8/PlaywrightAdvancedFeatures/Tests/FileTransferTests.cs</a:t>
            </a:r>
          </a:p>
          <a:p xmlns:a="http://schemas.openxmlformats.org/drawingml/2006/main">
            <a:r>
              <a:t>- Local project source: /Users/rahulverma/Documents/ChatGPT/Assignment8/PlaywrightAdvancedFeatures/Tests/AlertAndPopupTests.cs</a:t>
            </a:r>
          </a:p>
          <a:p xmlns:a="http://schemas.openxmlformats.org/drawingml/2006/main">
            <a:r>
              <a:t>- Local project source: /Users/rahulverma/Documents/ChatGPT/Assignment8/PlaywrightAdvancedFeatures/Tests/IFrameTests.cs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On the left, explain the data direction: C# array enters browser JavaScript, the reduce function runs, and an integer returns to NUnit. The two TestCase attributes produce two discovered cases. On the right, explain that RouteAsync intercepts the request and FulfillAsync supplies a deterministic response, after which both the UI text and an interception flag are asserted. Transition: connect configuration to generated evidence.</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/Users/rahulverma/Documents/ChatGPT/Assignment8/PlaywrightAdvancedFeatures/Tests/JavaScriptEvaluationTests.cs</a:t>
            </a:r>
          </a:p>
          <a:p xmlns:a="http://schemas.openxmlformats.org/drawingml/2006/main">
            <a:r>
              <a:t>- Local project source: /Users/rahulverma/Documents/ChatGPT/Assignment8/PlaywrightAdvancedFeatures/TestData/JavaScriptTestData.cs</a:t>
            </a:r>
          </a:p>
          <a:p xmlns:a="http://schemas.openxmlformats.org/drawingml/2006/main">
            <a:r>
              <a:t>- Local project source: /Users/rahulverma/Documents/ChatGPT/Assignment8/PlaywrightAdvancedFeatures/Tests/ApiInterceptionTests.cs</a:t>
            </a:r>
          </a:p>
          <a:p xmlns:a="http://schemas.openxmlformats.org/drawingml/2006/main">
            <a:r>
              <a:t>- Local project source: /Users/rahulverma/Documents/ChatGPT/Assignment8/PlaywrightAdvancedFeatures/TestData/ApiInterceptionTestData.cs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Explain the left-side settings. TestSettings loads the copied JSON from the test output and validates browser, timeout, viewport, and evidence directory. On the right, explain exactly when each artifact is produced. Mention that NUnit keeps attachments even if Allure is unavailable. Transition: run the framework on Windows.</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/Users/rahulverma/Documents/ChatGPT/Assignment8/PlaywrightAdvancedFeatures/appsettings.json</a:t>
            </a:r>
          </a:p>
          <a:p xmlns:a="http://schemas.openxmlformats.org/drawingml/2006/main">
            <a:r>
              <a:t>- Local project source: /Users/rahulverma/Documents/ChatGPT/Assignment8/PlaywrightAdvancedFeatures/Configuration/TestSettings.cs</a:t>
            </a:r>
          </a:p>
          <a:p xmlns:a="http://schemas.openxmlformats.org/drawingml/2006/main">
            <a:r>
              <a:t>- Local project source: /Users/rahulverma/Documents/ChatGPT/Assignment8/PlaywrightAdvancedFeatures/Fixtures/TestEvidence.cs</a:t>
            </a:r>
          </a:p>
          <a:p xmlns:a="http://schemas.openxmlformats.org/drawingml/2006/main">
            <a:r>
              <a:t>- Local project source: /Users/rahulverma/Documents/ChatGPT/Assignment8/PlaywrightAdvancedFeatures/allureConfig.json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Demonstrate from PowerShell. First verify .NET 10, restore, and build. Browser installation is needed after the first build because the Playwright script is generated in bin/Debug/net10.0. Set BROWSER for the current shell, filter by the AdvancedFeatures category, and then remove the environment variable. For WebKit, set the value to WebKit and repeat. Transition: show where results appear and how you will present the demo.</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/Users/rahulverma/Documents/ChatGPT/Assignment8/PlaywrightAdvancedFeatures/README.md</a:t>
            </a:r>
          </a:p>
          <a:p xmlns:a="http://schemas.openxmlformats.org/drawingml/2006/main">
            <a:r>
              <a:t>- Local project source: /Users/rahulverma/Documents/ChatGPT/Assignment8/PlaywrightAdvancedFeatures/PlaywrightAdvancedFeatures.csproj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Use this slide to rehearse, not necessarily to show an evaluator unless they ask about presentation structure. Keep the live demo short: one Chromium run is enough. If browser installation or network access blocks a live run, use the previously generated result/evidence and continue explaining the code. The detailed Word guide contains the full script and troubleshooting notes. Transition: close with the assignment evidence.</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Close in three sentences: the project covers the syllabus features, its structure keeps responsibilities separate, and its result is verifiable through six cases and generated evidence. Invite questions. If asked where to start reading the code, open BrowserTestBase, then one focused test and its matching TestData file.</a:t>
            </a:r>
          </a:p>
          <a:p xmlns:a="http://schemas.openxmlformats.org/drawingml/2006/main">
            <a:r>
              <a:t/>
            </a:r>
          </a:p>
          <a:p xmlns:a="http://schemas.openxmlformats.org/drawingml/2006/main">
            <a:r>
              <a:t>[Sources]</a:t>
            </a:r>
          </a:p>
          <a:p xmlns:a="http://schemas.openxmlformats.org/drawingml/2006/main">
            <a:r>
              <a:t>- Local project source: /Users/rahulverma/Documents/ChatGPT/Assignment8/PlaywrightAdvancedFeatures/README.md</a:t>
            </a:r>
          </a:p>
          <a:p xmlns:a="http://schemas.openxmlformats.org/drawingml/2006/main">
            <a:r>
              <a:t>- Local project source: /Users/rahulverma/Documents/ChatGPT/Assignment8/PlaywrightAdvancedFeatures/Fixtures/BrowserTestBase.cs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fe00cd2b5d4c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7ba13b5fd9455e" /><Relationship Type="http://schemas.openxmlformats.org/officeDocument/2006/relationships/slideLayout" Target="/ppt/slideLayouts/slideLayout1.xml" Id="R3af0c5acd57842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f0c5acd57842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aa29d326104fcf" /><Relationship Type="http://schemas.openxmlformats.org/officeDocument/2006/relationships/notesSlide" Target="/ppt/notesSlides/notesSlide1.xml" Id="Rc9c9c85c6c194e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bc0dbbcce64924" /><Relationship Type="http://schemas.openxmlformats.org/officeDocument/2006/relationships/notesSlide" Target="/ppt/notesSlides/notesSlide2.xml" Id="Rf2c595ab98714f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ac8bbb06a44c12" /><Relationship Type="http://schemas.openxmlformats.org/officeDocument/2006/relationships/notesSlide" Target="/ppt/notesSlides/notesSlide3.xml" Id="R28a37e2cb99a44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a061da1b30429d" /><Relationship Type="http://schemas.openxmlformats.org/officeDocument/2006/relationships/notesSlide" Target="/ppt/notesSlides/notesSlide4.xml" Id="Rf8a89d938ea349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763e1b80cb44c6" /><Relationship Type="http://schemas.openxmlformats.org/officeDocument/2006/relationships/notesSlide" Target="/ppt/notesSlides/notesSlide5.xml" Id="R9f9f9f77597442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53b60086ee4a06" /><Relationship Type="http://schemas.openxmlformats.org/officeDocument/2006/relationships/notesSlide" Target="/ppt/notesSlides/notesSlide6.xml" Id="Re3fea1dd2f4644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fdad75c02b46ce" /><Relationship Type="http://schemas.openxmlformats.org/officeDocument/2006/relationships/notesSlide" Target="/ppt/notesSlides/notesSlide7.xml" Id="Rc3d03fa03e1948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4957e92ee74f35" /><Relationship Type="http://schemas.openxmlformats.org/officeDocument/2006/relationships/notesSlide" Target="/ppt/notesSlides/notesSlide8.xml" Id="R12f9f791308641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e6bd02513545b4" /><Relationship Type="http://schemas.openxmlformats.org/officeDocument/2006/relationships/notesSlide" Target="/ppt/notesSlides/notesSlide9.xml" Id="Rea6919bb909d48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87c16450114e4f" /><Relationship Type="http://schemas.openxmlformats.org/officeDocument/2006/relationships/notesSlide" Target="/ppt/notesSlides/notesSlide10.xml" Id="R2927e4ce174f49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81d2d0ad744239" /><Relationship Type="http://schemas.openxmlformats.org/officeDocument/2006/relationships/notesSlide" Target="/ppt/notesSlides/notesSlide11.xml" Id="R0a326686e33e44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969e8ad2c24e4d" /><Relationship Type="http://schemas.openxmlformats.org/officeDocument/2006/relationships/notesSlide" Target="/ppt/notesSlides/notesSlide12.xml" Id="Rf810c1a8663d46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91958e45974b90" /><Relationship Type="http://schemas.openxmlformats.org/officeDocument/2006/relationships/notesSlide" Target="/ppt/notesSlides/notesSlide13.xml" Id="R4f3adb11c065458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3BC5C6-20D4-4247-9231-50FE573DB6D0}"/>
              </a:ext>
            </a:extLst>
          </p:cNvPr>
          <p:cNvSpPr>
            <a:spLocks xmlns:a="http://schemas.openxmlformats.org/drawingml/2006/main" noGrp="1"/>
          </p:cNvSpPr>
          <p:nvPr/>
        </p:nvSpPr>
        <p:spPr>
          <a:xfrm xmlns:a="http://schemas.openxmlformats.org/drawingml/2006/main">
            <a:off x="609600" y="514350"/>
            <a:ext cx="23812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7EF17876-8A21-4017-8017-E0CC8F1211F5}"/>
              </a:ext>
            </a:extLst>
          </p:cNvPr>
          <p:cNvSpPr>
            <a:spLocks xmlns:a="http://schemas.openxmlformats.org/drawingml/2006/main" noGrp="1"/>
          </p:cNvSpPr>
          <p:nvPr/>
        </p:nvSpPr>
        <p:spPr>
          <a:xfrm xmlns:a="http://schemas.openxmlformats.org/drawingml/2006/main">
            <a:off x="704850" y="5619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WEEK 8 • INDEPENDENT PROJECT</a:t>
            </a:r>
          </a:p>
        </p:txBody>
      </p:sp>
      <p:sp>
        <p:nvSpPr>
          <p:cNvPr id="3" name="">
            <a:extLst xmlns:a="http://schemas.openxmlformats.org/drawingml/2006/main">
              <a:ext uri="{FF2B5EF4-FFF2-40B4-BE49-F238E27FC236}">
                <a16:creationId xmlns:a16="http://schemas.microsoft.com/office/drawing/2014/main" id="{F0908238-9E86-4B5D-A95A-E32A421613C8}"/>
              </a:ext>
            </a:extLst>
          </p:cNvPr>
          <p:cNvSpPr>
            <a:spLocks xmlns:a="http://schemas.openxmlformats.org/drawingml/2006/main" noGrp="1"/>
          </p:cNvSpPr>
          <p:nvPr/>
        </p:nvSpPr>
        <p:spPr>
          <a:xfrm xmlns:a="http://schemas.openxmlformats.org/drawingml/2006/main">
            <a:off x="609600" y="1257300"/>
            <a:ext cx="647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000000"/>
                </a:solidFill>
              </a:defRPr>
            </a:pPr>
            <a:r>
              <a:rPr sz="4200" b="1">
                <a:solidFill>
                  <a:srgbClr val="000000"/>
                </a:solidFill>
              </a:rPr>
              <a:t>Playwright</a:t>
            </a:r>
          </a:p>
          <a:p xmlns:a="http://schemas.openxmlformats.org/drawingml/2006/main">
            <a:pPr algn="l">
              <a:defRPr sz="4200" b="1">
                <a:solidFill>
                  <a:srgbClr val="000000"/>
                </a:solidFill>
              </a:defRPr>
            </a:pPr>
            <a:r>
              <a:rPr sz="4200" b="1">
                <a:solidFill>
                  <a:srgbClr val="000000"/>
                </a:solidFill>
              </a:rPr>
              <a:t>Advanced Features</a:t>
            </a:r>
          </a:p>
        </p:txBody>
      </p:sp>
      <p:sp>
        <p:nvSpPr>
          <p:cNvPr id="4" name="">
            <a:extLst xmlns:a="http://schemas.openxmlformats.org/drawingml/2006/main">
              <a:ext uri="{FF2B5EF4-FFF2-40B4-BE49-F238E27FC236}">
                <a16:creationId xmlns:a16="http://schemas.microsoft.com/office/drawing/2014/main" id="{76450A86-79D8-4922-9180-9E8BE3587CCB}"/>
              </a:ext>
            </a:extLst>
          </p:cNvPr>
          <p:cNvSpPr>
            <a:spLocks xmlns:a="http://schemas.openxmlformats.org/drawingml/2006/main" noGrp="1"/>
          </p:cNvSpPr>
          <p:nvPr/>
        </p:nvSpPr>
        <p:spPr>
          <a:xfrm xmlns:a="http://schemas.openxmlformats.org/drawingml/2006/main">
            <a:off x="609600" y="29051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5B6470"/>
                </a:solidFill>
              </a:defRPr>
            </a:pPr>
            <a:r>
              <a:rPr sz="1875" b="0">
                <a:solidFill>
                  <a:srgbClr val="5B6470"/>
                </a:solidFill>
              </a:rPr>
              <a:t>Presentation and framework walkthrough</a:t>
            </a:r>
          </a:p>
        </p:txBody>
      </p:sp>
      <p:sp>
        <p:nvSpPr>
          <p:cNvPr id="5" name="">
            <a:extLst xmlns:a="http://schemas.openxmlformats.org/drawingml/2006/main">
              <a:ext uri="{FF2B5EF4-FFF2-40B4-BE49-F238E27FC236}">
                <a16:creationId xmlns:a16="http://schemas.microsoft.com/office/drawing/2014/main" id="{E45156F3-A1F2-47B7-B770-DD74DBF166C7}"/>
              </a:ext>
            </a:extLst>
          </p:cNvPr>
          <p:cNvSpPr>
            <a:spLocks xmlns:a="http://schemas.openxmlformats.org/drawingml/2006/main" noGrp="1"/>
          </p:cNvSpPr>
          <p:nvPr/>
        </p:nvSpPr>
        <p:spPr>
          <a:xfrm xmlns:a="http://schemas.openxmlformats.org/drawingml/2006/main">
            <a:off x="609600" y="3571875"/>
            <a:ext cx="10972800" cy="28575"/>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2B7D8D58-FE32-4D11-901C-B02F0F7A1373}"/>
              </a:ext>
            </a:extLst>
          </p:cNvPr>
          <p:cNvSpPr>
            <a:spLocks xmlns:a="http://schemas.openxmlformats.org/drawingml/2006/main" noGrp="1"/>
          </p:cNvSpPr>
          <p:nvPr/>
        </p:nvSpPr>
        <p:spPr>
          <a:xfrm xmlns:a="http://schemas.openxmlformats.org/drawingml/2006/main">
            <a:off x="609600" y="3905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Ansh Verma</a:t>
            </a:r>
          </a:p>
        </p:txBody>
      </p:sp>
      <p:sp>
        <p:nvSpPr>
          <p:cNvPr id="7" name="">
            <a:extLst xmlns:a="http://schemas.openxmlformats.org/drawingml/2006/main">
              <a:ext uri="{FF2B5EF4-FFF2-40B4-BE49-F238E27FC236}">
                <a16:creationId xmlns:a16="http://schemas.microsoft.com/office/drawing/2014/main" id="{0F781413-CECE-4837-99BF-367C45EB1A94}"/>
              </a:ext>
            </a:extLst>
          </p:cNvPr>
          <p:cNvSpPr>
            <a:spLocks xmlns:a="http://schemas.openxmlformats.org/drawingml/2006/main" noGrp="1"/>
          </p:cNvSpPr>
          <p:nvPr/>
        </p:nvSpPr>
        <p:spPr>
          <a:xfrm xmlns:a="http://schemas.openxmlformats.org/drawingml/2006/main">
            <a:off x="609600" y="432435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.NET 10  •  C#  •  NUnit 4  •  Microsoft Playwright</a:t>
            </a:r>
          </a:p>
        </p:txBody>
      </p:sp>
      <p:sp>
        <p:nvSpPr>
          <p:cNvPr id="8" name="">
            <a:extLst xmlns:a="http://schemas.openxmlformats.org/drawingml/2006/main">
              <a:ext uri="{FF2B5EF4-FFF2-40B4-BE49-F238E27FC236}">
                <a16:creationId xmlns:a16="http://schemas.microsoft.com/office/drawing/2014/main" id="{552C037D-6436-416F-9089-7077AFC416E2}"/>
              </a:ext>
            </a:extLst>
          </p:cNvPr>
          <p:cNvSpPr>
            <a:spLocks xmlns:a="http://schemas.openxmlformats.org/drawingml/2006/main" noGrp="1"/>
          </p:cNvSpPr>
          <p:nvPr/>
        </p:nvSpPr>
        <p:spPr>
          <a:xfrm xmlns:a="http://schemas.openxmlformats.org/drawingml/2006/main">
            <a:off x="8001000" y="1123950"/>
            <a:ext cx="3048000" cy="3048000"/>
          </a:xfrm>
          <a:prstGeom xmlns:a="http://schemas.openxmlformats.org/drawingml/2006/main" prst="roundRect">
            <a:avLst>
              <a:gd name="adj" fmla="val 3750"/>
            </a:avLst>
          </a:prstGeom>
          <a:solidFill xmlns:a="http://schemas.openxmlformats.org/drawingml/2006/main">
            <a:srgbClr val="EDEDED"/>
          </a:solidFill>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9A5833D3-7B7D-4502-8CD4-34AAF929F26B}"/>
              </a:ext>
            </a:extLst>
          </p:cNvPr>
          <p:cNvSpPr>
            <a:spLocks xmlns:a="http://schemas.openxmlformats.org/drawingml/2006/main" noGrp="1"/>
          </p:cNvSpPr>
          <p:nvPr/>
        </p:nvSpPr>
        <p:spPr>
          <a:xfrm xmlns:a="http://schemas.openxmlformats.org/drawingml/2006/main">
            <a:off x="8439150" y="1524000"/>
            <a:ext cx="2190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450" b="1">
                <a:solidFill>
                  <a:srgbClr val="3D8DFF"/>
                </a:solidFill>
              </a:defRPr>
            </a:pPr>
            <a:r>
              <a:rPr sz="6450" b="1">
                <a:solidFill>
                  <a:srgbClr val="3D8DFF"/>
                </a:solidFill>
              </a:rPr>
              <a:t>6</a:t>
            </a:r>
          </a:p>
        </p:txBody>
      </p:sp>
      <p:sp>
        <p:nvSpPr>
          <p:cNvPr id="10" name="">
            <a:extLst xmlns:a="http://schemas.openxmlformats.org/drawingml/2006/main">
              <a:ext uri="{FF2B5EF4-FFF2-40B4-BE49-F238E27FC236}">
                <a16:creationId xmlns:a16="http://schemas.microsoft.com/office/drawing/2014/main" id="{64B06F18-E6DB-4B5D-87DC-BA269415C69A}"/>
              </a:ext>
            </a:extLst>
          </p:cNvPr>
          <p:cNvSpPr>
            <a:spLocks xmlns:a="http://schemas.openxmlformats.org/drawingml/2006/main" noGrp="1"/>
          </p:cNvSpPr>
          <p:nvPr/>
        </p:nvSpPr>
        <p:spPr>
          <a:xfrm xmlns:a="http://schemas.openxmlformats.org/drawingml/2006/main">
            <a:off x="8429625" y="2571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00000"/>
                </a:solidFill>
              </a:defRPr>
            </a:pPr>
            <a:r>
              <a:rPr sz="1500" b="1">
                <a:solidFill>
                  <a:srgbClr val="000000"/>
                </a:solidFill>
              </a:rPr>
              <a:t>automated test cases</a:t>
            </a:r>
          </a:p>
        </p:txBody>
      </p:sp>
      <p:sp>
        <p:nvSpPr>
          <p:cNvPr id="11" name="">
            <a:extLst xmlns:a="http://schemas.openxmlformats.org/drawingml/2006/main">
              <a:ext uri="{FF2B5EF4-FFF2-40B4-BE49-F238E27FC236}">
                <a16:creationId xmlns:a16="http://schemas.microsoft.com/office/drawing/2014/main" id="{9270C3DE-E9B7-426B-A8DE-EA6AF0E2362A}"/>
              </a:ext>
            </a:extLst>
          </p:cNvPr>
          <p:cNvSpPr>
            <a:spLocks xmlns:a="http://schemas.openxmlformats.org/drawingml/2006/main" noGrp="1"/>
          </p:cNvSpPr>
          <p:nvPr/>
        </p:nvSpPr>
        <p:spPr>
          <a:xfrm xmlns:a="http://schemas.openxmlformats.org/drawingml/2006/main">
            <a:off x="8429625" y="314325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B6470"/>
                </a:solidFill>
              </a:defRPr>
            </a:pPr>
            <a:r>
              <a:rPr sz="1275" b="0">
                <a:solidFill>
                  <a:srgbClr val="5B6470"/>
                </a:solidFill>
              </a:rPr>
              <a:t>5 focused test classes</a:t>
            </a:r>
          </a:p>
          <a:p xmlns:a="http://schemas.openxmlformats.org/drawingml/2006/main">
            <a:pPr algn="ctr">
              <a:defRPr sz="1275" b="0">
                <a:solidFill>
                  <a:srgbClr val="5B6470"/>
                </a:solidFill>
              </a:defRPr>
            </a:pPr>
            <a:r>
              <a:rPr sz="1275" b="0">
                <a:solidFill>
                  <a:srgbClr val="5B6470"/>
                </a:solidFill>
              </a:rPr>
              <a:t>2 supported browsers</a:t>
            </a:r>
          </a:p>
        </p:txBody>
      </p:sp>
      <p:sp>
        <p:nvSpPr>
          <p:cNvPr id="12" name="">
            <a:extLst xmlns:a="http://schemas.openxmlformats.org/drawingml/2006/main">
              <a:ext uri="{FF2B5EF4-FFF2-40B4-BE49-F238E27FC236}">
                <a16:creationId xmlns:a16="http://schemas.microsoft.com/office/drawing/2014/main" id="{AFA4D17A-D1B4-450B-8A04-EC1E77FB1F9F}"/>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01</a:t>
            </a:r>
          </a:p>
        </p:txBody>
      </p:sp>
    </p:spTree>
    <p:extLst>
      <p:ext uri="{BB962C8B-B14F-4D97-AF65-F5344CB8AC3E}">
        <p14:creationId xmlns:p14="http://schemas.microsoft.com/office/powerpoint/2010/main" val="14950202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D532FFE-F2FC-4A2F-828C-1B26C656E84D}"/>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965DA147-B703-4EEE-96B4-D838F2341676}"/>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PURPOSE</a:t>
            </a:r>
          </a:p>
        </p:txBody>
      </p:sp>
      <p:sp>
        <p:nvSpPr>
          <p:cNvPr id="3" name="">
            <a:extLst xmlns:a="http://schemas.openxmlformats.org/drawingml/2006/main">
              <a:ext uri="{FF2B5EF4-FFF2-40B4-BE49-F238E27FC236}">
                <a16:creationId xmlns:a16="http://schemas.microsoft.com/office/drawing/2014/main" id="{6803DFC9-BDC3-4507-A28D-E668DEAFC954}"/>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Why this project exists</a:t>
            </a:r>
          </a:p>
        </p:txBody>
      </p:sp>
      <p:sp>
        <p:nvSpPr>
          <p:cNvPr id="4" name="">
            <a:extLst xmlns:a="http://schemas.openxmlformats.org/drawingml/2006/main">
              <a:ext uri="{FF2B5EF4-FFF2-40B4-BE49-F238E27FC236}">
                <a16:creationId xmlns:a16="http://schemas.microsoft.com/office/drawing/2014/main" id="{854338AC-BFAA-4822-88A5-39843E2F83D9}"/>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A focused companion project for browser features outside the SauceDemo UI</a:t>
            </a:r>
          </a:p>
        </p:txBody>
      </p:sp>
      <p:sp>
        <p:nvSpPr>
          <p:cNvPr id="5" name="">
            <a:extLst xmlns:a="http://schemas.openxmlformats.org/drawingml/2006/main">
              <a:ext uri="{FF2B5EF4-FFF2-40B4-BE49-F238E27FC236}">
                <a16:creationId xmlns:a16="http://schemas.microsoft.com/office/drawing/2014/main" id="{44673C08-959C-447B-8BD4-34399001837E}"/>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5D1BF23A-F1BA-41A1-9EF5-AAB0F2F9CC3A}"/>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02</a:t>
            </a:r>
          </a:p>
        </p:txBody>
      </p:sp>
      <p:sp>
        <p:nvSpPr>
          <p:cNvPr id="7" name="">
            <a:extLst xmlns:a="http://schemas.openxmlformats.org/drawingml/2006/main">
              <a:ext uri="{FF2B5EF4-FFF2-40B4-BE49-F238E27FC236}">
                <a16:creationId xmlns:a16="http://schemas.microsoft.com/office/drawing/2014/main" id="{66433637-1596-4636-9C74-0AED80D6C8D5}"/>
              </a:ext>
            </a:extLst>
          </p:cNvPr>
          <p:cNvSpPr>
            <a:spLocks xmlns:a="http://schemas.openxmlformats.org/drawingml/2006/main" noGrp="1"/>
          </p:cNvSpPr>
          <p:nvPr/>
        </p:nvSpPr>
        <p:spPr>
          <a:xfrm xmlns:a="http://schemas.openxmlformats.org/drawingml/2006/main">
            <a:off x="609600" y="2152650"/>
            <a:ext cx="3333750" cy="3143250"/>
          </a:xfrm>
          <a:prstGeom xmlns:a="http://schemas.openxmlformats.org/drawingml/2006/main" prst="roundRect">
            <a:avLst>
              <a:gd name="adj" fmla="val 3636"/>
            </a:avLst>
          </a:prstGeom>
          <a:solidFill xmlns:a="http://schemas.openxmlformats.org/drawingml/2006/main">
            <a:srgbClr val="F7F8FA"/>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F26EEDD0-6300-400C-B0D8-B4675E008501}"/>
              </a:ext>
            </a:extLst>
          </p:cNvPr>
          <p:cNvSpPr>
            <a:spLocks xmlns:a="http://schemas.openxmlformats.org/drawingml/2006/main" noGrp="1"/>
          </p:cNvSpPr>
          <p:nvPr/>
        </p:nvSpPr>
        <p:spPr>
          <a:xfrm xmlns:a="http://schemas.openxmlformats.org/drawingml/2006/main">
            <a:off x="781050" y="23241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1723A911-905F-49A7-939E-28DDAAEDC021}"/>
              </a:ext>
            </a:extLst>
          </p:cNvPr>
          <p:cNvSpPr>
            <a:spLocks xmlns:a="http://schemas.openxmlformats.org/drawingml/2006/main" noGrp="1"/>
          </p:cNvSpPr>
          <p:nvPr/>
        </p:nvSpPr>
        <p:spPr>
          <a:xfrm xmlns:a="http://schemas.openxmlformats.org/drawingml/2006/main">
            <a:off x="781050" y="24003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FB467060-395E-49C4-9DC5-6561815626E5}"/>
              </a:ext>
            </a:extLst>
          </p:cNvPr>
          <p:cNvSpPr>
            <a:spLocks xmlns:a="http://schemas.openxmlformats.org/drawingml/2006/main" noGrp="1"/>
          </p:cNvSpPr>
          <p:nvPr/>
        </p:nvSpPr>
        <p:spPr>
          <a:xfrm xmlns:a="http://schemas.openxmlformats.org/drawingml/2006/main">
            <a:off x="1276350" y="2324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Problem</a:t>
            </a:r>
          </a:p>
        </p:txBody>
      </p:sp>
      <p:sp>
        <p:nvSpPr>
          <p:cNvPr id="11" name="">
            <a:extLst xmlns:a="http://schemas.openxmlformats.org/drawingml/2006/main">
              <a:ext uri="{FF2B5EF4-FFF2-40B4-BE49-F238E27FC236}">
                <a16:creationId xmlns:a16="http://schemas.microsoft.com/office/drawing/2014/main" id="{FB2DF359-73AF-4FF7-BED1-0CD0E29B6EE5}"/>
              </a:ext>
            </a:extLst>
          </p:cNvPr>
          <p:cNvSpPr>
            <a:spLocks xmlns:a="http://schemas.openxmlformats.org/drawingml/2006/main" noGrp="1"/>
          </p:cNvSpPr>
          <p:nvPr/>
        </p:nvSpPr>
        <p:spPr>
          <a:xfrm xmlns:a="http://schemas.openxmlformats.org/drawingml/2006/main">
            <a:off x="819150" y="2743200"/>
            <a:ext cx="2914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SauceDemo is ideal for login, inventory, cart, and checkout. It does not provide upload controls, downloads, JavaScript dialogs, popups, iframes, or a controllable API endpoint.</a:t>
            </a:r>
          </a:p>
        </p:txBody>
      </p:sp>
      <p:sp>
        <p:nvSpPr>
          <p:cNvPr id="12" name="">
            <a:extLst xmlns:a="http://schemas.openxmlformats.org/drawingml/2006/main">
              <a:ext uri="{FF2B5EF4-FFF2-40B4-BE49-F238E27FC236}">
                <a16:creationId xmlns:a16="http://schemas.microsoft.com/office/drawing/2014/main" id="{6FFE8745-A992-4CA2-8B13-5A975622AB44}"/>
              </a:ext>
            </a:extLst>
          </p:cNvPr>
          <p:cNvSpPr>
            <a:spLocks xmlns:a="http://schemas.openxmlformats.org/drawingml/2006/main" noGrp="1"/>
          </p:cNvSpPr>
          <p:nvPr/>
        </p:nvSpPr>
        <p:spPr>
          <a:xfrm xmlns:a="http://schemas.openxmlformats.org/drawingml/2006/main">
            <a:off x="4429125" y="2152650"/>
            <a:ext cx="3333750" cy="3143250"/>
          </a:xfrm>
          <a:prstGeom xmlns:a="http://schemas.openxmlformats.org/drawingml/2006/main" prst="roundRect">
            <a:avLst>
              <a:gd name="adj" fmla="val 3636"/>
            </a:avLst>
          </a:prstGeom>
          <a:solidFill xmlns:a="http://schemas.openxmlformats.org/drawingml/2006/main">
            <a:srgbClr val="F7F8FA"/>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AB517442-A15B-497A-873B-41DD063F0848}"/>
              </a:ext>
            </a:extLst>
          </p:cNvPr>
          <p:cNvSpPr>
            <a:spLocks xmlns:a="http://schemas.openxmlformats.org/drawingml/2006/main" noGrp="1"/>
          </p:cNvSpPr>
          <p:nvPr/>
        </p:nvSpPr>
        <p:spPr>
          <a:xfrm xmlns:a="http://schemas.openxmlformats.org/drawingml/2006/main">
            <a:off x="4600575" y="23241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2F8E7989-1CD1-4EEA-8F18-10BD19196145}"/>
              </a:ext>
            </a:extLst>
          </p:cNvPr>
          <p:cNvSpPr>
            <a:spLocks xmlns:a="http://schemas.openxmlformats.org/drawingml/2006/main" noGrp="1"/>
          </p:cNvSpPr>
          <p:nvPr/>
        </p:nvSpPr>
        <p:spPr>
          <a:xfrm xmlns:a="http://schemas.openxmlformats.org/drawingml/2006/main">
            <a:off x="4600575" y="24003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5" name="">
            <a:extLst xmlns:a="http://schemas.openxmlformats.org/drawingml/2006/main">
              <a:ext uri="{FF2B5EF4-FFF2-40B4-BE49-F238E27FC236}">
                <a16:creationId xmlns:a16="http://schemas.microsoft.com/office/drawing/2014/main" id="{EF6DE320-AD06-4A92-8A44-904555A95D7C}"/>
              </a:ext>
            </a:extLst>
          </p:cNvPr>
          <p:cNvSpPr>
            <a:spLocks xmlns:a="http://schemas.openxmlformats.org/drawingml/2006/main" noGrp="1"/>
          </p:cNvSpPr>
          <p:nvPr/>
        </p:nvSpPr>
        <p:spPr>
          <a:xfrm xmlns:a="http://schemas.openxmlformats.org/drawingml/2006/main">
            <a:off x="5095875" y="2324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Design choice</a:t>
            </a:r>
          </a:p>
        </p:txBody>
      </p:sp>
      <p:sp>
        <p:nvSpPr>
          <p:cNvPr id="16" name="">
            <a:extLst xmlns:a="http://schemas.openxmlformats.org/drawingml/2006/main">
              <a:ext uri="{FF2B5EF4-FFF2-40B4-BE49-F238E27FC236}">
                <a16:creationId xmlns:a16="http://schemas.microsoft.com/office/drawing/2014/main" id="{EE379176-4F6C-40EF-BCB4-DD84ADD5CC81}"/>
              </a:ext>
            </a:extLst>
          </p:cNvPr>
          <p:cNvSpPr>
            <a:spLocks xmlns:a="http://schemas.openxmlformats.org/drawingml/2006/main" noGrp="1"/>
          </p:cNvSpPr>
          <p:nvPr/>
        </p:nvSpPr>
        <p:spPr>
          <a:xfrm xmlns:a="http://schemas.openxmlformats.org/drawingml/2006/main">
            <a:off x="4638675" y="2743200"/>
            <a:ext cx="2914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Each test creates a small self-contained HTML page inside the browser. This keeps the examples deterministic and removes dependency on another training website.</a:t>
            </a:r>
          </a:p>
        </p:txBody>
      </p:sp>
      <p:sp>
        <p:nvSpPr>
          <p:cNvPr id="17" name="">
            <a:extLst xmlns:a="http://schemas.openxmlformats.org/drawingml/2006/main">
              <a:ext uri="{FF2B5EF4-FFF2-40B4-BE49-F238E27FC236}">
                <a16:creationId xmlns:a16="http://schemas.microsoft.com/office/drawing/2014/main" id="{54F93185-E3FD-49E9-8FFD-AF24CFB93148}"/>
              </a:ext>
            </a:extLst>
          </p:cNvPr>
          <p:cNvSpPr>
            <a:spLocks xmlns:a="http://schemas.openxmlformats.org/drawingml/2006/main" noGrp="1"/>
          </p:cNvSpPr>
          <p:nvPr/>
        </p:nvSpPr>
        <p:spPr>
          <a:xfrm xmlns:a="http://schemas.openxmlformats.org/drawingml/2006/main">
            <a:off x="8248650" y="2152650"/>
            <a:ext cx="3333750" cy="3143250"/>
          </a:xfrm>
          <a:prstGeom xmlns:a="http://schemas.openxmlformats.org/drawingml/2006/main" prst="roundRect">
            <a:avLst>
              <a:gd name="adj" fmla="val 3636"/>
            </a:avLst>
          </a:prstGeom>
          <a:solidFill xmlns:a="http://schemas.openxmlformats.org/drawingml/2006/main">
            <a:srgbClr val="F7F8FA"/>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88CEA339-1F6C-4791-828C-C67F7C817C40}"/>
              </a:ext>
            </a:extLst>
          </p:cNvPr>
          <p:cNvSpPr>
            <a:spLocks xmlns:a="http://schemas.openxmlformats.org/drawingml/2006/main" noGrp="1"/>
          </p:cNvSpPr>
          <p:nvPr/>
        </p:nvSpPr>
        <p:spPr>
          <a:xfrm xmlns:a="http://schemas.openxmlformats.org/drawingml/2006/main">
            <a:off x="8420100" y="23241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E5FF044E-51CC-43D0-8226-F2B522900306}"/>
              </a:ext>
            </a:extLst>
          </p:cNvPr>
          <p:cNvSpPr>
            <a:spLocks xmlns:a="http://schemas.openxmlformats.org/drawingml/2006/main" noGrp="1"/>
          </p:cNvSpPr>
          <p:nvPr/>
        </p:nvSpPr>
        <p:spPr>
          <a:xfrm xmlns:a="http://schemas.openxmlformats.org/drawingml/2006/main">
            <a:off x="8420100" y="24003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20" name="">
            <a:extLst xmlns:a="http://schemas.openxmlformats.org/drawingml/2006/main">
              <a:ext uri="{FF2B5EF4-FFF2-40B4-BE49-F238E27FC236}">
                <a16:creationId xmlns:a16="http://schemas.microsoft.com/office/drawing/2014/main" id="{5A6BED00-B938-407F-A41A-33815C7B9EE0}"/>
              </a:ext>
            </a:extLst>
          </p:cNvPr>
          <p:cNvSpPr>
            <a:spLocks xmlns:a="http://schemas.openxmlformats.org/drawingml/2006/main" noGrp="1"/>
          </p:cNvSpPr>
          <p:nvPr/>
        </p:nvSpPr>
        <p:spPr>
          <a:xfrm xmlns:a="http://schemas.openxmlformats.org/drawingml/2006/main">
            <a:off x="8915400" y="2324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Result</a:t>
            </a:r>
          </a:p>
        </p:txBody>
      </p:sp>
      <p:sp>
        <p:nvSpPr>
          <p:cNvPr id="21" name="">
            <a:extLst xmlns:a="http://schemas.openxmlformats.org/drawingml/2006/main">
              <a:ext uri="{FF2B5EF4-FFF2-40B4-BE49-F238E27FC236}">
                <a16:creationId xmlns:a16="http://schemas.microsoft.com/office/drawing/2014/main" id="{E8370EC3-91CF-4B42-94B2-DC14130CFA3C}"/>
              </a:ext>
            </a:extLst>
          </p:cNvPr>
          <p:cNvSpPr>
            <a:spLocks xmlns:a="http://schemas.openxmlformats.org/drawingml/2006/main" noGrp="1"/>
          </p:cNvSpPr>
          <p:nvPr/>
        </p:nvSpPr>
        <p:spPr>
          <a:xfrm xmlns:a="http://schemas.openxmlformats.org/drawingml/2006/main">
            <a:off x="8458200" y="2743200"/>
            <a:ext cx="2914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The assignment directly demonstrates file transfer, dialogs, popup handling, iframe interaction, EvaluateAsync, parameterization, API interception, async code, configuration, traces, videos, screenshots, and Allure.</a:t>
            </a:r>
          </a:p>
        </p:txBody>
      </p:sp>
      <p:sp>
        <p:nvSpPr>
          <p:cNvPr id="22" name="">
            <a:extLst xmlns:a="http://schemas.openxmlformats.org/drawingml/2006/main">
              <a:ext uri="{FF2B5EF4-FFF2-40B4-BE49-F238E27FC236}">
                <a16:creationId xmlns:a16="http://schemas.microsoft.com/office/drawing/2014/main" id="{55B219C3-04E2-48C8-8A7A-F63B1CA8D9A2}"/>
              </a:ext>
            </a:extLst>
          </p:cNvPr>
          <p:cNvSpPr>
            <a:spLocks xmlns:a="http://schemas.openxmlformats.org/drawingml/2006/main" noGrp="1"/>
          </p:cNvSpPr>
          <p:nvPr/>
        </p:nvSpPr>
        <p:spPr>
          <a:xfrm xmlns:a="http://schemas.openxmlformats.org/drawingml/2006/main">
            <a:off x="609600" y="5572125"/>
            <a:ext cx="10972800" cy="590550"/>
          </a:xfrm>
          <a:prstGeom xmlns:a="http://schemas.openxmlformats.org/drawingml/2006/main" prst="roundRect">
            <a:avLst>
              <a:gd name="adj" fmla="val 19355"/>
            </a:avLst>
          </a:prstGeom>
          <a:solidFill xmlns:a="http://schemas.openxmlformats.org/drawingml/2006/main">
            <a:srgbClr val="EAF4FF"/>
          </a:solidFill>
          <a:ln xmlns:a="http://schemas.openxmlformats.org/drawingml/2006/main" w="9525">
            <a:solidFill>
              <a:srgbClr val="3D8DFF"/>
            </a:solidFill>
            <a:prstDash val="solid"/>
          </a:ln>
        </p:spPr>
      </p:sp>
      <p:sp>
        <p:nvSpPr>
          <p:cNvPr id="23" name="">
            <a:extLst xmlns:a="http://schemas.openxmlformats.org/drawingml/2006/main">
              <a:ext uri="{FF2B5EF4-FFF2-40B4-BE49-F238E27FC236}">
                <a16:creationId xmlns:a16="http://schemas.microsoft.com/office/drawing/2014/main" id="{A833F45B-D048-4324-A534-1A24003AF198}"/>
              </a:ext>
            </a:extLst>
          </p:cNvPr>
          <p:cNvSpPr>
            <a:spLocks xmlns:a="http://schemas.openxmlformats.org/drawingml/2006/main" noGrp="1"/>
          </p:cNvSpPr>
          <p:nvPr/>
        </p:nvSpPr>
        <p:spPr>
          <a:xfrm xmlns:a="http://schemas.openxmlformats.org/drawingml/2006/main">
            <a:off x="819150" y="57435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3D8DFF"/>
                </a:solidFill>
              </a:defRPr>
            </a:pPr>
            <a:r>
              <a:rPr sz="1275" b="1">
                <a:solidFill>
                  <a:srgbClr val="3D8DFF"/>
                </a:solidFill>
              </a:rPr>
              <a:t>Scope boundary: this project is independent and does not reference SauceDemoRefactored or SauceDemoBDD.</a:t>
            </a:r>
          </a:p>
        </p:txBody>
      </p:sp>
    </p:spTree>
    <p:extLst>
      <p:ext uri="{BB962C8B-B14F-4D97-AF65-F5344CB8AC3E}">
        <p14:creationId xmlns:p14="http://schemas.microsoft.com/office/powerpoint/2010/main" val="19413312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2F11A1-DF48-4A61-B01F-989B9F50EC89}"/>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929E2F2A-6E4F-4C72-BCEE-91263786C1AB}"/>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ARCHITECTURE</a:t>
            </a:r>
          </a:p>
        </p:txBody>
      </p:sp>
      <p:sp>
        <p:nvSpPr>
          <p:cNvPr id="3" name="">
            <a:extLst xmlns:a="http://schemas.openxmlformats.org/drawingml/2006/main">
              <a:ext uri="{FF2B5EF4-FFF2-40B4-BE49-F238E27FC236}">
                <a16:creationId xmlns:a16="http://schemas.microsoft.com/office/drawing/2014/main" id="{A61D18F8-5F41-417C-BCD1-14A74EEA7B8E}"/>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How the components are related</a:t>
            </a:r>
          </a:p>
        </p:txBody>
      </p:sp>
      <p:sp>
        <p:nvSpPr>
          <p:cNvPr id="4" name="">
            <a:extLst xmlns:a="http://schemas.openxmlformats.org/drawingml/2006/main">
              <a:ext uri="{FF2B5EF4-FFF2-40B4-BE49-F238E27FC236}">
                <a16:creationId xmlns:a16="http://schemas.microsoft.com/office/drawing/2014/main" id="{EB2700C8-671E-42A3-900C-B3C3CF86ACE7}"/>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Tests use shared setup, centralized selectors/data, and delegated infrastructure</a:t>
            </a:r>
          </a:p>
        </p:txBody>
      </p:sp>
      <p:sp>
        <p:nvSpPr>
          <p:cNvPr id="5" name="">
            <a:extLst xmlns:a="http://schemas.openxmlformats.org/drawingml/2006/main">
              <a:ext uri="{FF2B5EF4-FFF2-40B4-BE49-F238E27FC236}">
                <a16:creationId xmlns:a16="http://schemas.microsoft.com/office/drawing/2014/main" id="{1425A312-19A7-4EE6-AFCE-5D36799F7889}"/>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8F4E18A2-221E-4F97-969D-2CE1D2818A6A}"/>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03</a:t>
            </a:r>
          </a:p>
        </p:txBody>
      </p:sp>
      <p:sp>
        <p:nvSpPr>
          <p:cNvPr id="7" name="">
            <a:extLst xmlns:a="http://schemas.openxmlformats.org/drawingml/2006/main">
              <a:ext uri="{FF2B5EF4-FFF2-40B4-BE49-F238E27FC236}">
                <a16:creationId xmlns:a16="http://schemas.microsoft.com/office/drawing/2014/main" id="{DAF82B7E-1651-44A5-BFA1-F9174CF4AD0F}"/>
              </a:ext>
            </a:extLst>
          </p:cNvPr>
          <p:cNvSpPr>
            <a:spLocks xmlns:a="http://schemas.openxmlformats.org/drawingml/2006/main" noGrp="1"/>
          </p:cNvSpPr>
          <p:nvPr/>
        </p:nvSpPr>
        <p:spPr>
          <a:xfrm xmlns:a="http://schemas.openxmlformats.org/drawingml/2006/main">
            <a:off x="609600" y="2381250"/>
            <a:ext cx="1809750" cy="1524000"/>
          </a:xfrm>
          <a:prstGeom xmlns:a="http://schemas.openxmlformats.org/drawingml/2006/main" prst="roundRect">
            <a:avLst>
              <a:gd name="adj" fmla="val 7500"/>
            </a:avLst>
          </a:prstGeom>
          <a:solidFill xmlns:a="http://schemas.openxmlformats.org/drawingml/2006/main">
            <a:srgbClr val="F7F8FA"/>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E03E4740-E87C-4D42-9E66-20DBA24352AB}"/>
              </a:ext>
            </a:extLst>
          </p:cNvPr>
          <p:cNvSpPr>
            <a:spLocks xmlns:a="http://schemas.openxmlformats.org/drawingml/2006/main" noGrp="1"/>
          </p:cNvSpPr>
          <p:nvPr/>
        </p:nvSpPr>
        <p:spPr>
          <a:xfrm xmlns:a="http://schemas.openxmlformats.org/drawingml/2006/main">
            <a:off x="723900" y="2590800"/>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00000"/>
                </a:solidFill>
              </a:defRPr>
            </a:pPr>
            <a:r>
              <a:rPr sz="1275" b="1">
                <a:solidFill>
                  <a:srgbClr val="000000"/>
                </a:solidFill>
              </a:rPr>
              <a:t>Tests</a:t>
            </a:r>
          </a:p>
        </p:txBody>
      </p:sp>
      <p:sp>
        <p:nvSpPr>
          <p:cNvPr id="9" name="">
            <a:extLst xmlns:a="http://schemas.openxmlformats.org/drawingml/2006/main">
              <a:ext uri="{FF2B5EF4-FFF2-40B4-BE49-F238E27FC236}">
                <a16:creationId xmlns:a16="http://schemas.microsoft.com/office/drawing/2014/main" id="{AC8580DB-95D5-43AE-BD6B-490F33EFD9D5}"/>
              </a:ext>
            </a:extLst>
          </p:cNvPr>
          <p:cNvSpPr>
            <a:spLocks xmlns:a="http://schemas.openxmlformats.org/drawingml/2006/main" noGrp="1"/>
          </p:cNvSpPr>
          <p:nvPr/>
        </p:nvSpPr>
        <p:spPr>
          <a:xfrm xmlns:a="http://schemas.openxmlformats.org/drawingml/2006/main">
            <a:off x="723900" y="304800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B6470"/>
                </a:solidFill>
              </a:defRPr>
            </a:pPr>
            <a:r>
              <a:rPr sz="1125" b="0">
                <a:solidFill>
                  <a:srgbClr val="5B6470"/>
                </a:solidFill>
              </a:rPr>
              <a:t>Five feature-specific</a:t>
            </a:r>
          </a:p>
          <a:p xmlns:a="http://schemas.openxmlformats.org/drawingml/2006/main">
            <a:pPr algn="ctr">
              <a:defRPr sz="1125" b="0">
                <a:solidFill>
                  <a:srgbClr val="5B6470"/>
                </a:solidFill>
              </a:defRPr>
            </a:pPr>
            <a:r>
              <a:rPr sz="1125" b="0">
                <a:solidFill>
                  <a:srgbClr val="5B6470"/>
                </a:solidFill>
              </a:rPr>
              <a:t>classes</a:t>
            </a:r>
          </a:p>
        </p:txBody>
      </p:sp>
      <p:sp>
        <p:nvSpPr>
          <p:cNvPr id="10" name="">
            <a:extLst xmlns:a="http://schemas.openxmlformats.org/drawingml/2006/main">
              <a:ext uri="{FF2B5EF4-FFF2-40B4-BE49-F238E27FC236}">
                <a16:creationId xmlns:a16="http://schemas.microsoft.com/office/drawing/2014/main" id="{E4E7EF86-C52A-486B-B1DC-65C5348E2502}"/>
              </a:ext>
            </a:extLst>
          </p:cNvPr>
          <p:cNvSpPr>
            <a:spLocks xmlns:a="http://schemas.openxmlformats.org/drawingml/2006/main" noGrp="1"/>
          </p:cNvSpPr>
          <p:nvPr/>
        </p:nvSpPr>
        <p:spPr>
          <a:xfrm xmlns:a="http://schemas.openxmlformats.org/drawingml/2006/main">
            <a:off x="2495550" y="3143250"/>
            <a:ext cx="1905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F295F225-9341-4A1C-9222-0EC6FC3BD17D}"/>
              </a:ext>
            </a:extLst>
          </p:cNvPr>
          <p:cNvSpPr>
            <a:spLocks xmlns:a="http://schemas.openxmlformats.org/drawingml/2006/main" noGrp="1"/>
          </p:cNvSpPr>
          <p:nvPr/>
        </p:nvSpPr>
        <p:spPr>
          <a:xfrm xmlns:a="http://schemas.openxmlformats.org/drawingml/2006/main">
            <a:off x="2628900" y="3048000"/>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1B8A4320-C087-4CCA-9A2F-4B3F1675DCA9}"/>
              </a:ext>
            </a:extLst>
          </p:cNvPr>
          <p:cNvSpPr>
            <a:spLocks xmlns:a="http://schemas.openxmlformats.org/drawingml/2006/main" noGrp="1"/>
          </p:cNvSpPr>
          <p:nvPr/>
        </p:nvSpPr>
        <p:spPr>
          <a:xfrm xmlns:a="http://schemas.openxmlformats.org/drawingml/2006/main">
            <a:off x="2876550" y="2381250"/>
            <a:ext cx="1981200" cy="1524000"/>
          </a:xfrm>
          <a:prstGeom xmlns:a="http://schemas.openxmlformats.org/drawingml/2006/main" prst="roundRect">
            <a:avLst>
              <a:gd name="adj" fmla="val 7500"/>
            </a:avLst>
          </a:prstGeom>
          <a:solidFill xmlns:a="http://schemas.openxmlformats.org/drawingml/2006/main">
            <a:srgbClr val="EAF4FF"/>
          </a:solidFill>
          <a:ln xmlns:a="http://schemas.openxmlformats.org/drawingml/2006/main" w="19050">
            <a:solidFill>
              <a:srgbClr val="3D8DFF"/>
            </a:solidFill>
            <a:prstDash val="solid"/>
          </a:ln>
        </p:spPr>
      </p:sp>
      <p:sp>
        <p:nvSpPr>
          <p:cNvPr id="13" name="">
            <a:extLst xmlns:a="http://schemas.openxmlformats.org/drawingml/2006/main">
              <a:ext uri="{FF2B5EF4-FFF2-40B4-BE49-F238E27FC236}">
                <a16:creationId xmlns:a16="http://schemas.microsoft.com/office/drawing/2014/main" id="{4E0390FF-A75A-4B77-A8B6-FCA89B2A0AB8}"/>
              </a:ext>
            </a:extLst>
          </p:cNvPr>
          <p:cNvSpPr>
            <a:spLocks xmlns:a="http://schemas.openxmlformats.org/drawingml/2006/main" noGrp="1"/>
          </p:cNvSpPr>
          <p:nvPr/>
        </p:nvSpPr>
        <p:spPr>
          <a:xfrm xmlns:a="http://schemas.openxmlformats.org/drawingml/2006/main">
            <a:off x="2990850" y="25908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00000"/>
                </a:solidFill>
              </a:defRPr>
            </a:pPr>
            <a:r>
              <a:rPr sz="1275" b="1">
                <a:solidFill>
                  <a:srgbClr val="000000"/>
                </a:solidFill>
              </a:rPr>
              <a:t>BrowserTestBase</a:t>
            </a:r>
          </a:p>
        </p:txBody>
      </p:sp>
      <p:sp>
        <p:nvSpPr>
          <p:cNvPr id="14" name="">
            <a:extLst xmlns:a="http://schemas.openxmlformats.org/drawingml/2006/main">
              <a:ext uri="{FF2B5EF4-FFF2-40B4-BE49-F238E27FC236}">
                <a16:creationId xmlns:a16="http://schemas.microsoft.com/office/drawing/2014/main" id="{7BC0579C-57FD-4F93-93C1-13DDF3C3700D}"/>
              </a:ext>
            </a:extLst>
          </p:cNvPr>
          <p:cNvSpPr>
            <a:spLocks xmlns:a="http://schemas.openxmlformats.org/drawingml/2006/main" noGrp="1"/>
          </p:cNvSpPr>
          <p:nvPr/>
        </p:nvSpPr>
        <p:spPr>
          <a:xfrm xmlns:a="http://schemas.openxmlformats.org/drawingml/2006/main">
            <a:off x="2990850" y="304800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B6470"/>
                </a:solidFill>
              </a:defRPr>
            </a:pPr>
            <a:r>
              <a:rPr sz="1125" b="0">
                <a:solidFill>
                  <a:srgbClr val="5B6470"/>
                </a:solidFill>
              </a:rPr>
              <a:t>SetUp + TearDown</a:t>
            </a:r>
          </a:p>
          <a:p xmlns:a="http://schemas.openxmlformats.org/drawingml/2006/main">
            <a:pPr algn="ctr">
              <a:defRPr sz="1125" b="0">
                <a:solidFill>
                  <a:srgbClr val="5B6470"/>
                </a:solidFill>
              </a:defRPr>
            </a:pPr>
            <a:r>
              <a:rPr sz="1125" b="0">
                <a:solidFill>
                  <a:srgbClr val="5B6470"/>
                </a:solidFill>
              </a:rPr>
              <a:t>only</a:t>
            </a:r>
          </a:p>
        </p:txBody>
      </p:sp>
      <p:sp>
        <p:nvSpPr>
          <p:cNvPr id="15" name="">
            <a:extLst xmlns:a="http://schemas.openxmlformats.org/drawingml/2006/main">
              <a:ext uri="{FF2B5EF4-FFF2-40B4-BE49-F238E27FC236}">
                <a16:creationId xmlns:a16="http://schemas.microsoft.com/office/drawing/2014/main" id="{085EFAB9-4E4B-4218-96CE-086F50AB8B9B}"/>
              </a:ext>
            </a:extLst>
          </p:cNvPr>
          <p:cNvSpPr>
            <a:spLocks xmlns:a="http://schemas.openxmlformats.org/drawingml/2006/main" noGrp="1"/>
          </p:cNvSpPr>
          <p:nvPr/>
        </p:nvSpPr>
        <p:spPr>
          <a:xfrm xmlns:a="http://schemas.openxmlformats.org/drawingml/2006/main">
            <a:off x="4933950" y="3143250"/>
            <a:ext cx="1905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E892B2D7-1789-4B3B-8CF4-F877AD7A81AD}"/>
              </a:ext>
            </a:extLst>
          </p:cNvPr>
          <p:cNvSpPr>
            <a:spLocks xmlns:a="http://schemas.openxmlformats.org/drawingml/2006/main" noGrp="1"/>
          </p:cNvSpPr>
          <p:nvPr/>
        </p:nvSpPr>
        <p:spPr>
          <a:xfrm xmlns:a="http://schemas.openxmlformats.org/drawingml/2006/main">
            <a:off x="5067300" y="3048000"/>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6D95A21F-9723-4661-A596-6B23521F0C26}"/>
              </a:ext>
            </a:extLst>
          </p:cNvPr>
          <p:cNvSpPr>
            <a:spLocks xmlns:a="http://schemas.openxmlformats.org/drawingml/2006/main" noGrp="1"/>
          </p:cNvSpPr>
          <p:nvPr/>
        </p:nvSpPr>
        <p:spPr>
          <a:xfrm xmlns:a="http://schemas.openxmlformats.org/drawingml/2006/main">
            <a:off x="5334000" y="2381250"/>
            <a:ext cx="1981200" cy="1524000"/>
          </a:xfrm>
          <a:prstGeom xmlns:a="http://schemas.openxmlformats.org/drawingml/2006/main" prst="roundRect">
            <a:avLst>
              <a:gd name="adj" fmla="val 7500"/>
            </a:avLst>
          </a:prstGeom>
          <a:solidFill xmlns:a="http://schemas.openxmlformats.org/drawingml/2006/main">
            <a:srgbClr val="F7F8FA"/>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2631A71A-909F-496B-8BD1-AE8A4BE8BE0C}"/>
              </a:ext>
            </a:extLst>
          </p:cNvPr>
          <p:cNvSpPr>
            <a:spLocks xmlns:a="http://schemas.openxmlformats.org/drawingml/2006/main" noGrp="1"/>
          </p:cNvSpPr>
          <p:nvPr/>
        </p:nvSpPr>
        <p:spPr>
          <a:xfrm xmlns:a="http://schemas.openxmlformats.org/drawingml/2006/main">
            <a:off x="5448300" y="25908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00000"/>
                </a:solidFill>
              </a:defRPr>
            </a:pPr>
            <a:r>
              <a:rPr sz="1275" b="1">
                <a:solidFill>
                  <a:srgbClr val="000000"/>
                </a:solidFill>
              </a:rPr>
              <a:t>Fixtures</a:t>
            </a:r>
          </a:p>
        </p:txBody>
      </p:sp>
      <p:sp>
        <p:nvSpPr>
          <p:cNvPr id="19" name="">
            <a:extLst xmlns:a="http://schemas.openxmlformats.org/drawingml/2006/main">
              <a:ext uri="{FF2B5EF4-FFF2-40B4-BE49-F238E27FC236}">
                <a16:creationId xmlns:a16="http://schemas.microsoft.com/office/drawing/2014/main" id="{3DFE760A-345E-4CCC-A442-642C4309EB85}"/>
              </a:ext>
            </a:extLst>
          </p:cNvPr>
          <p:cNvSpPr>
            <a:spLocks xmlns:a="http://schemas.openxmlformats.org/drawingml/2006/main" noGrp="1"/>
          </p:cNvSpPr>
          <p:nvPr/>
        </p:nvSpPr>
        <p:spPr>
          <a:xfrm xmlns:a="http://schemas.openxmlformats.org/drawingml/2006/main">
            <a:off x="5448300" y="304800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B6470"/>
                </a:solidFill>
              </a:defRPr>
            </a:pPr>
            <a:r>
              <a:rPr sz="1125" b="0">
                <a:solidFill>
                  <a:srgbClr val="5B6470"/>
                </a:solidFill>
              </a:rPr>
              <a:t>BrowserFactory</a:t>
            </a:r>
          </a:p>
          <a:p xmlns:a="http://schemas.openxmlformats.org/drawingml/2006/main">
            <a:pPr algn="ctr">
              <a:defRPr sz="1125" b="0">
                <a:solidFill>
                  <a:srgbClr val="5B6470"/>
                </a:solidFill>
              </a:defRPr>
            </a:pPr>
            <a:r>
              <a:rPr sz="1125" b="0">
                <a:solidFill>
                  <a:srgbClr val="5B6470"/>
                </a:solidFill>
              </a:rPr>
              <a:t>TestEvidence</a:t>
            </a:r>
          </a:p>
        </p:txBody>
      </p:sp>
      <p:sp>
        <p:nvSpPr>
          <p:cNvPr id="20" name="">
            <a:extLst xmlns:a="http://schemas.openxmlformats.org/drawingml/2006/main">
              <a:ext uri="{FF2B5EF4-FFF2-40B4-BE49-F238E27FC236}">
                <a16:creationId xmlns:a16="http://schemas.microsoft.com/office/drawing/2014/main" id="{83705493-3AFB-4E19-A66D-BA21A707F503}"/>
              </a:ext>
            </a:extLst>
          </p:cNvPr>
          <p:cNvSpPr>
            <a:spLocks xmlns:a="http://schemas.openxmlformats.org/drawingml/2006/main" noGrp="1"/>
          </p:cNvSpPr>
          <p:nvPr/>
        </p:nvSpPr>
        <p:spPr>
          <a:xfrm xmlns:a="http://schemas.openxmlformats.org/drawingml/2006/main">
            <a:off x="7391400" y="3143250"/>
            <a:ext cx="1905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1" name="">
            <a:extLst xmlns:a="http://schemas.openxmlformats.org/drawingml/2006/main">
              <a:ext uri="{FF2B5EF4-FFF2-40B4-BE49-F238E27FC236}">
                <a16:creationId xmlns:a16="http://schemas.microsoft.com/office/drawing/2014/main" id="{FD6CD3D6-7D9E-43C3-B81D-946A25128AE0}"/>
              </a:ext>
            </a:extLst>
          </p:cNvPr>
          <p:cNvSpPr>
            <a:spLocks xmlns:a="http://schemas.openxmlformats.org/drawingml/2006/main" noGrp="1"/>
          </p:cNvSpPr>
          <p:nvPr/>
        </p:nvSpPr>
        <p:spPr>
          <a:xfrm xmlns:a="http://schemas.openxmlformats.org/drawingml/2006/main">
            <a:off x="7524750" y="3048000"/>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22" name="">
            <a:extLst xmlns:a="http://schemas.openxmlformats.org/drawingml/2006/main">
              <a:ext uri="{FF2B5EF4-FFF2-40B4-BE49-F238E27FC236}">
                <a16:creationId xmlns:a16="http://schemas.microsoft.com/office/drawing/2014/main" id="{9ACA928E-D99B-4519-9A42-0EF5EA25ACBE}"/>
              </a:ext>
            </a:extLst>
          </p:cNvPr>
          <p:cNvSpPr>
            <a:spLocks xmlns:a="http://schemas.openxmlformats.org/drawingml/2006/main" noGrp="1"/>
          </p:cNvSpPr>
          <p:nvPr/>
        </p:nvSpPr>
        <p:spPr>
          <a:xfrm xmlns:a="http://schemas.openxmlformats.org/drawingml/2006/main">
            <a:off x="7791450" y="2381250"/>
            <a:ext cx="1981200" cy="1524000"/>
          </a:xfrm>
          <a:prstGeom xmlns:a="http://schemas.openxmlformats.org/drawingml/2006/main" prst="roundRect">
            <a:avLst>
              <a:gd name="adj" fmla="val 7500"/>
            </a:avLst>
          </a:prstGeom>
          <a:solidFill xmlns:a="http://schemas.openxmlformats.org/drawingml/2006/main">
            <a:srgbClr val="F7F8FA"/>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94B1FD99-803C-41AA-A6A1-0234AFEB7EFC}"/>
              </a:ext>
            </a:extLst>
          </p:cNvPr>
          <p:cNvSpPr>
            <a:spLocks xmlns:a="http://schemas.openxmlformats.org/drawingml/2006/main" noGrp="1"/>
          </p:cNvSpPr>
          <p:nvPr/>
        </p:nvSpPr>
        <p:spPr>
          <a:xfrm xmlns:a="http://schemas.openxmlformats.org/drawingml/2006/main">
            <a:off x="7905750" y="25908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00000"/>
                </a:solidFill>
              </a:defRPr>
            </a:pPr>
            <a:r>
              <a:rPr sz="1275" b="1">
                <a:solidFill>
                  <a:srgbClr val="000000"/>
                </a:solidFill>
              </a:rPr>
              <a:t>Configuration</a:t>
            </a:r>
          </a:p>
        </p:txBody>
      </p:sp>
      <p:sp>
        <p:nvSpPr>
          <p:cNvPr id="24" name="">
            <a:extLst xmlns:a="http://schemas.openxmlformats.org/drawingml/2006/main">
              <a:ext uri="{FF2B5EF4-FFF2-40B4-BE49-F238E27FC236}">
                <a16:creationId xmlns:a16="http://schemas.microsoft.com/office/drawing/2014/main" id="{18D593E7-294B-4153-AFD3-521E959EAF46}"/>
              </a:ext>
            </a:extLst>
          </p:cNvPr>
          <p:cNvSpPr>
            <a:spLocks xmlns:a="http://schemas.openxmlformats.org/drawingml/2006/main" noGrp="1"/>
          </p:cNvSpPr>
          <p:nvPr/>
        </p:nvSpPr>
        <p:spPr>
          <a:xfrm xmlns:a="http://schemas.openxmlformats.org/drawingml/2006/main">
            <a:off x="7905750" y="304800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B6470"/>
                </a:solidFill>
              </a:defRPr>
            </a:pPr>
            <a:r>
              <a:rPr sz="1125" b="0">
                <a:solidFill>
                  <a:srgbClr val="5B6470"/>
                </a:solidFill>
              </a:rPr>
              <a:t>JSON settings</a:t>
            </a:r>
          </a:p>
          <a:p xmlns:a="http://schemas.openxmlformats.org/drawingml/2006/main">
            <a:pPr algn="ctr">
              <a:defRPr sz="1125" b="0">
                <a:solidFill>
                  <a:srgbClr val="5B6470"/>
                </a:solidFill>
              </a:defRPr>
            </a:pPr>
            <a:r>
              <a:rPr sz="1125" b="0">
                <a:solidFill>
                  <a:srgbClr val="5B6470"/>
                </a:solidFill>
              </a:rPr>
              <a:t>constants + validation</a:t>
            </a:r>
          </a:p>
        </p:txBody>
      </p:sp>
      <p:sp>
        <p:nvSpPr>
          <p:cNvPr id="25" name="">
            <a:extLst xmlns:a="http://schemas.openxmlformats.org/drawingml/2006/main">
              <a:ext uri="{FF2B5EF4-FFF2-40B4-BE49-F238E27FC236}">
                <a16:creationId xmlns:a16="http://schemas.microsoft.com/office/drawing/2014/main" id="{3880178B-72D7-45E1-A933-BD6287F3D5CF}"/>
              </a:ext>
            </a:extLst>
          </p:cNvPr>
          <p:cNvSpPr>
            <a:spLocks xmlns:a="http://schemas.openxmlformats.org/drawingml/2006/main" noGrp="1"/>
          </p:cNvSpPr>
          <p:nvPr/>
        </p:nvSpPr>
        <p:spPr>
          <a:xfrm xmlns:a="http://schemas.openxmlformats.org/drawingml/2006/main">
            <a:off x="9848850" y="3143250"/>
            <a:ext cx="1905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6" name="">
            <a:extLst xmlns:a="http://schemas.openxmlformats.org/drawingml/2006/main">
              <a:ext uri="{FF2B5EF4-FFF2-40B4-BE49-F238E27FC236}">
                <a16:creationId xmlns:a16="http://schemas.microsoft.com/office/drawing/2014/main" id="{DB4F75B6-3A7C-461A-8FAE-001D7003D22E}"/>
              </a:ext>
            </a:extLst>
          </p:cNvPr>
          <p:cNvSpPr>
            <a:spLocks xmlns:a="http://schemas.openxmlformats.org/drawingml/2006/main" noGrp="1"/>
          </p:cNvSpPr>
          <p:nvPr/>
        </p:nvSpPr>
        <p:spPr>
          <a:xfrm xmlns:a="http://schemas.openxmlformats.org/drawingml/2006/main">
            <a:off x="9982200" y="3048000"/>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27" name="">
            <a:extLst xmlns:a="http://schemas.openxmlformats.org/drawingml/2006/main">
              <a:ext uri="{FF2B5EF4-FFF2-40B4-BE49-F238E27FC236}">
                <a16:creationId xmlns:a16="http://schemas.microsoft.com/office/drawing/2014/main" id="{0A97AC60-B349-4A15-A439-5CD2BE66D32D}"/>
              </a:ext>
            </a:extLst>
          </p:cNvPr>
          <p:cNvSpPr>
            <a:spLocks xmlns:a="http://schemas.openxmlformats.org/drawingml/2006/main" noGrp="1"/>
          </p:cNvSpPr>
          <p:nvPr/>
        </p:nvSpPr>
        <p:spPr>
          <a:xfrm xmlns:a="http://schemas.openxmlformats.org/drawingml/2006/main">
            <a:off x="10058400" y="2381250"/>
            <a:ext cx="1524000" cy="1524000"/>
          </a:xfrm>
          <a:prstGeom xmlns:a="http://schemas.openxmlformats.org/drawingml/2006/main" prst="roundRect">
            <a:avLst>
              <a:gd name="adj" fmla="val 7500"/>
            </a:avLst>
          </a:prstGeom>
          <a:solidFill xmlns:a="http://schemas.openxmlformats.org/drawingml/2006/main">
            <a:srgbClr val="F7F8FA"/>
          </a:solidFill>
          <a:ln xmlns:a="http://schemas.openxmlformats.org/drawingml/2006/main" w="9525">
            <a:solidFill>
              <a:srgbClr val="B8BCC4"/>
            </a:solidFill>
            <a:prstDash val="solid"/>
          </a:ln>
        </p:spPr>
      </p:sp>
      <p:sp>
        <p:nvSpPr>
          <p:cNvPr id="28" name="">
            <a:extLst xmlns:a="http://schemas.openxmlformats.org/drawingml/2006/main">
              <a:ext uri="{FF2B5EF4-FFF2-40B4-BE49-F238E27FC236}">
                <a16:creationId xmlns:a16="http://schemas.microsoft.com/office/drawing/2014/main" id="{7C2F320B-B502-4C5F-B912-DD867C6C2D47}"/>
              </a:ext>
            </a:extLst>
          </p:cNvPr>
          <p:cNvSpPr>
            <a:spLocks xmlns:a="http://schemas.openxmlformats.org/drawingml/2006/main" noGrp="1"/>
          </p:cNvSpPr>
          <p:nvPr/>
        </p:nvSpPr>
        <p:spPr>
          <a:xfrm xmlns:a="http://schemas.openxmlformats.org/drawingml/2006/main">
            <a:off x="10172700" y="25908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00000"/>
                </a:solidFill>
              </a:defRPr>
            </a:pPr>
            <a:r>
              <a:rPr sz="1275" b="1">
                <a:solidFill>
                  <a:srgbClr val="000000"/>
                </a:solidFill>
              </a:rPr>
              <a:t>Output</a:t>
            </a:r>
          </a:p>
        </p:txBody>
      </p:sp>
      <p:sp>
        <p:nvSpPr>
          <p:cNvPr id="29" name="">
            <a:extLst xmlns:a="http://schemas.openxmlformats.org/drawingml/2006/main">
              <a:ext uri="{FF2B5EF4-FFF2-40B4-BE49-F238E27FC236}">
                <a16:creationId xmlns:a16="http://schemas.microsoft.com/office/drawing/2014/main" id="{8F8663CB-19CC-4DA9-9155-C489067E787F}"/>
              </a:ext>
            </a:extLst>
          </p:cNvPr>
          <p:cNvSpPr>
            <a:spLocks xmlns:a="http://schemas.openxmlformats.org/drawingml/2006/main" noGrp="1"/>
          </p:cNvSpPr>
          <p:nvPr/>
        </p:nvSpPr>
        <p:spPr>
          <a:xfrm xmlns:a="http://schemas.openxmlformats.org/drawingml/2006/main">
            <a:off x="10172700" y="3048000"/>
            <a:ext cx="1295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B6470"/>
                </a:solidFill>
              </a:defRPr>
            </a:pPr>
            <a:r>
              <a:rPr sz="1125" b="0">
                <a:solidFill>
                  <a:srgbClr val="5B6470"/>
                </a:solidFill>
              </a:rPr>
              <a:t>Traces • video</a:t>
            </a:r>
          </a:p>
          <a:p xmlns:a="http://schemas.openxmlformats.org/drawingml/2006/main">
            <a:pPr algn="ctr">
              <a:defRPr sz="1125" b="0">
                <a:solidFill>
                  <a:srgbClr val="5B6470"/>
                </a:solidFill>
              </a:defRPr>
            </a:pPr>
            <a:r>
              <a:rPr sz="1125" b="0">
                <a:solidFill>
                  <a:srgbClr val="5B6470"/>
                </a:solidFill>
              </a:rPr>
              <a:t>screenshots • Allure</a:t>
            </a:r>
          </a:p>
        </p:txBody>
      </p:sp>
      <p:sp>
        <p:nvSpPr>
          <p:cNvPr id="30" name="">
            <a:extLst xmlns:a="http://schemas.openxmlformats.org/drawingml/2006/main">
              <a:ext uri="{FF2B5EF4-FFF2-40B4-BE49-F238E27FC236}">
                <a16:creationId xmlns:a16="http://schemas.microsoft.com/office/drawing/2014/main" id="{EDAB9976-4349-4A1D-85E3-4850D59F4D0E}"/>
              </a:ext>
            </a:extLst>
          </p:cNvPr>
          <p:cNvSpPr>
            <a:spLocks xmlns:a="http://schemas.openxmlformats.org/drawingml/2006/main" noGrp="1"/>
          </p:cNvSpPr>
          <p:nvPr/>
        </p:nvSpPr>
        <p:spPr>
          <a:xfrm xmlns:a="http://schemas.openxmlformats.org/drawingml/2006/main">
            <a:off x="609600" y="4333875"/>
            <a:ext cx="5191125" cy="1181100"/>
          </a:xfrm>
          <a:prstGeom xmlns:a="http://schemas.openxmlformats.org/drawingml/2006/main" prst="roundRect">
            <a:avLst>
              <a:gd name="adj" fmla="val 9677"/>
            </a:avLst>
          </a:prstGeom>
          <a:solidFill xmlns:a="http://schemas.openxmlformats.org/drawingml/2006/main">
            <a:srgbClr val="EDEDED"/>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682DB6FD-DF11-41CA-AD36-12AC19F59B19}"/>
              </a:ext>
            </a:extLst>
          </p:cNvPr>
          <p:cNvSpPr>
            <a:spLocks xmlns:a="http://schemas.openxmlformats.org/drawingml/2006/main" noGrp="1"/>
          </p:cNvSpPr>
          <p:nvPr/>
        </p:nvSpPr>
        <p:spPr>
          <a:xfrm xmlns:a="http://schemas.openxmlformats.org/drawingml/2006/main">
            <a:off x="800100" y="4533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00000"/>
                </a:solidFill>
              </a:defRPr>
            </a:pPr>
            <a:r>
              <a:rPr sz="1425" b="1">
                <a:solidFill>
                  <a:srgbClr val="000000"/>
                </a:solidFill>
              </a:rPr>
              <a:t>Inputs to every test</a:t>
            </a:r>
          </a:p>
        </p:txBody>
      </p:sp>
      <p:sp>
        <p:nvSpPr>
          <p:cNvPr id="32" name="">
            <a:extLst xmlns:a="http://schemas.openxmlformats.org/drawingml/2006/main">
              <a:ext uri="{FF2B5EF4-FFF2-40B4-BE49-F238E27FC236}">
                <a16:creationId xmlns:a16="http://schemas.microsoft.com/office/drawing/2014/main" id="{54AC07C3-EFDB-4954-957C-9386B8D37D95}"/>
              </a:ext>
            </a:extLst>
          </p:cNvPr>
          <p:cNvSpPr>
            <a:spLocks xmlns:a="http://schemas.openxmlformats.org/drawingml/2006/main" noGrp="1"/>
          </p:cNvSpPr>
          <p:nvPr/>
        </p:nvSpPr>
        <p:spPr>
          <a:xfrm xmlns:a="http://schemas.openxmlformats.org/drawingml/2006/main">
            <a:off x="800100" y="49149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Locators → selectors only</a:t>
            </a:r>
          </a:p>
          <a:p xmlns:a="http://schemas.openxmlformats.org/drawingml/2006/main">
            <a:pPr algn="l">
              <a:defRPr sz="1125" b="0">
                <a:solidFill>
                  <a:srgbClr val="5B6470"/>
                </a:solidFill>
              </a:defRPr>
            </a:pPr>
            <a:r>
              <a:rPr sz="1125" b="0">
                <a:solidFill>
                  <a:srgbClr val="5B6470"/>
                </a:solidFill>
              </a:rPr>
              <a:t>TestData → HTML, inputs, expected values, file/API/JS data</a:t>
            </a:r>
          </a:p>
        </p:txBody>
      </p:sp>
      <p:sp>
        <p:nvSpPr>
          <p:cNvPr id="33" name="">
            <a:extLst xmlns:a="http://schemas.openxmlformats.org/drawingml/2006/main">
              <a:ext uri="{FF2B5EF4-FFF2-40B4-BE49-F238E27FC236}">
                <a16:creationId xmlns:a16="http://schemas.microsoft.com/office/drawing/2014/main" id="{E927411C-59F9-41DD-A3AA-ED88C22A08C0}"/>
              </a:ext>
            </a:extLst>
          </p:cNvPr>
          <p:cNvSpPr>
            <a:spLocks xmlns:a="http://schemas.openxmlformats.org/drawingml/2006/main" noGrp="1"/>
          </p:cNvSpPr>
          <p:nvPr/>
        </p:nvSpPr>
        <p:spPr>
          <a:xfrm xmlns:a="http://schemas.openxmlformats.org/drawingml/2006/main">
            <a:off x="6391275" y="4333875"/>
            <a:ext cx="5191125" cy="1181100"/>
          </a:xfrm>
          <a:prstGeom xmlns:a="http://schemas.openxmlformats.org/drawingml/2006/main" prst="roundRect">
            <a:avLst>
              <a:gd name="adj" fmla="val 9677"/>
            </a:avLst>
          </a:prstGeom>
          <a:solidFill xmlns:a="http://schemas.openxmlformats.org/drawingml/2006/main">
            <a:srgbClr val="EDEDED"/>
          </a:solidFill>
          <a:ln xmlns:a="http://schemas.openxmlformats.org/drawingml/2006/main" w="9525">
            <a:solidFill>
              <a:srgbClr val="B8BCC4"/>
            </a:solidFill>
            <a:prstDash val="solid"/>
          </a:ln>
        </p:spPr>
      </p:sp>
      <p:sp>
        <p:nvSpPr>
          <p:cNvPr id="34" name="">
            <a:extLst xmlns:a="http://schemas.openxmlformats.org/drawingml/2006/main">
              <a:ext uri="{FF2B5EF4-FFF2-40B4-BE49-F238E27FC236}">
                <a16:creationId xmlns:a16="http://schemas.microsoft.com/office/drawing/2014/main" id="{CF6D2564-CCED-43FA-B8B3-7E054B5ADD6E}"/>
              </a:ext>
            </a:extLst>
          </p:cNvPr>
          <p:cNvSpPr>
            <a:spLocks xmlns:a="http://schemas.openxmlformats.org/drawingml/2006/main" noGrp="1"/>
          </p:cNvSpPr>
          <p:nvPr/>
        </p:nvSpPr>
        <p:spPr>
          <a:xfrm xmlns:a="http://schemas.openxmlformats.org/drawingml/2006/main">
            <a:off x="6581775" y="4533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00000"/>
                </a:solidFill>
              </a:defRPr>
            </a:pPr>
            <a:r>
              <a:rPr sz="1425" b="1">
                <a:solidFill>
                  <a:srgbClr val="000000"/>
                </a:solidFill>
              </a:rPr>
              <a:t>Runtime isolation</a:t>
            </a:r>
          </a:p>
        </p:txBody>
      </p:sp>
      <p:sp>
        <p:nvSpPr>
          <p:cNvPr id="35" name="">
            <a:extLst xmlns:a="http://schemas.openxmlformats.org/drawingml/2006/main">
              <a:ext uri="{FF2B5EF4-FFF2-40B4-BE49-F238E27FC236}">
                <a16:creationId xmlns:a16="http://schemas.microsoft.com/office/drawing/2014/main" id="{22BC86C5-5BE5-4FBE-8D4C-0E253E03EC33}"/>
              </a:ext>
            </a:extLst>
          </p:cNvPr>
          <p:cNvSpPr>
            <a:spLocks xmlns:a="http://schemas.openxmlformats.org/drawingml/2006/main" noGrp="1"/>
          </p:cNvSpPr>
          <p:nvPr/>
        </p:nvSpPr>
        <p:spPr>
          <a:xfrm xmlns:a="http://schemas.openxmlformats.org/drawingml/2006/main">
            <a:off x="6581775" y="49149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Each test receives a new browser, browser context, and page; cleanup runs after every case.</a:t>
            </a:r>
          </a:p>
        </p:txBody>
      </p:sp>
    </p:spTree>
    <p:extLst>
      <p:ext uri="{BB962C8B-B14F-4D97-AF65-F5344CB8AC3E}">
        <p14:creationId xmlns:p14="http://schemas.microsoft.com/office/powerpoint/2010/main" val="13623961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5B82EB-A924-407C-AA0C-A574CD1C5C67}"/>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12EFB09A-B6AF-4FC9-B2B2-7A668B89BA17}"/>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STRUCTURE</a:t>
            </a:r>
          </a:p>
        </p:txBody>
      </p:sp>
      <p:sp>
        <p:nvSpPr>
          <p:cNvPr id="3" name="">
            <a:extLst xmlns:a="http://schemas.openxmlformats.org/drawingml/2006/main">
              <a:ext uri="{FF2B5EF4-FFF2-40B4-BE49-F238E27FC236}">
                <a16:creationId xmlns:a16="http://schemas.microsoft.com/office/drawing/2014/main" id="{6D6E4FFE-A40B-447C-BAB8-D79BD7715AF4}"/>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Folder and file map</a:t>
            </a:r>
          </a:p>
        </p:txBody>
      </p:sp>
      <p:sp>
        <p:nvSpPr>
          <p:cNvPr id="4" name="">
            <a:extLst xmlns:a="http://schemas.openxmlformats.org/drawingml/2006/main">
              <a:ext uri="{FF2B5EF4-FFF2-40B4-BE49-F238E27FC236}">
                <a16:creationId xmlns:a16="http://schemas.microsoft.com/office/drawing/2014/main" id="{DDDF23E7-973E-4140-8390-469E47415016}"/>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Every responsibility has one obvious home</a:t>
            </a:r>
          </a:p>
        </p:txBody>
      </p:sp>
      <p:sp>
        <p:nvSpPr>
          <p:cNvPr id="5" name="">
            <a:extLst xmlns:a="http://schemas.openxmlformats.org/drawingml/2006/main">
              <a:ext uri="{FF2B5EF4-FFF2-40B4-BE49-F238E27FC236}">
                <a16:creationId xmlns:a16="http://schemas.microsoft.com/office/drawing/2014/main" id="{3970B231-DC20-43CC-8494-FFFE9B47B154}"/>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8CB51AB9-A59D-4B43-BAC1-261B737009FC}"/>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04</a:t>
            </a:r>
          </a:p>
        </p:txBody>
      </p:sp>
      <p:sp>
        <p:nvSpPr>
          <p:cNvPr id="7" name="">
            <a:extLst xmlns:a="http://schemas.openxmlformats.org/drawingml/2006/main">
              <a:ext uri="{FF2B5EF4-FFF2-40B4-BE49-F238E27FC236}">
                <a16:creationId xmlns:a16="http://schemas.microsoft.com/office/drawing/2014/main" id="{8DCF32D5-3D7E-4175-B724-84CD8D166B46}"/>
              </a:ext>
            </a:extLst>
          </p:cNvPr>
          <p:cNvSpPr>
            <a:spLocks xmlns:a="http://schemas.openxmlformats.org/drawingml/2006/main" noGrp="1"/>
          </p:cNvSpPr>
          <p:nvPr/>
        </p:nvSpPr>
        <p:spPr>
          <a:xfrm xmlns:a="http://schemas.openxmlformats.org/drawingml/2006/main">
            <a:off x="609600" y="2152650"/>
            <a:ext cx="5334000" cy="3810000"/>
          </a:xfrm>
          <a:prstGeom xmlns:a="http://schemas.openxmlformats.org/drawingml/2006/main" prst="roundRect">
            <a:avLst>
              <a:gd name="adj" fmla="val 3000"/>
            </a:avLst>
          </a:prstGeom>
          <a:solidFill xmlns:a="http://schemas.openxmlformats.org/drawingml/2006/main">
            <a:srgbClr val="111827"/>
          </a:solidFill>
          <a:ln xmlns:a="http://schemas.openxmlformats.org/drawingml/2006/main" w="0">
            <a:solidFill>
              <a:srgbClr val="111827"/>
            </a:solidFill>
            <a:prstDash val="solid"/>
          </a:ln>
        </p:spPr>
      </p:sp>
      <p:sp>
        <p:nvSpPr>
          <p:cNvPr id="8" name="">
            <a:extLst xmlns:a="http://schemas.openxmlformats.org/drawingml/2006/main">
              <a:ext uri="{FF2B5EF4-FFF2-40B4-BE49-F238E27FC236}">
                <a16:creationId xmlns:a16="http://schemas.microsoft.com/office/drawing/2014/main" id="{9E914148-93A3-42E5-82B0-5225CA65C62B}"/>
              </a:ext>
            </a:extLst>
          </p:cNvPr>
          <p:cNvSpPr>
            <a:spLocks xmlns:a="http://schemas.openxmlformats.org/drawingml/2006/main" noGrp="1"/>
          </p:cNvSpPr>
          <p:nvPr/>
        </p:nvSpPr>
        <p:spPr>
          <a:xfrm xmlns:a="http://schemas.openxmlformats.org/drawingml/2006/main">
            <a:off x="819150" y="2324100"/>
            <a:ext cx="4914900" cy="3505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E5EEF8"/>
                </a:solidFill>
              </a:defRPr>
            </a:pPr>
            <a:r>
              <a:rPr sz="1125" b="0">
                <a:solidFill>
                  <a:srgbClr val="E5EEF8"/>
                </a:solidFill>
              </a:rPr>
              <a:t>PlaywrightAdvancedFeatures/</a:t>
            </a:r>
          </a:p>
          <a:p xmlns:a="http://schemas.openxmlformats.org/drawingml/2006/main">
            <a:pPr algn="l">
              <a:defRPr sz="1125" b="0">
                <a:solidFill>
                  <a:srgbClr val="E5EEF8"/>
                </a:solidFill>
              </a:defRPr>
            </a:pPr>
            <a:r>
              <a:rPr sz="1125" b="0">
                <a:solidFill>
                  <a:srgbClr val="E5EEF8"/>
                </a:solidFill>
              </a:rPr>
              <a:t>├─ Configuration/   browser names, category, JSON model</a:t>
            </a:r>
          </a:p>
          <a:p xmlns:a="http://schemas.openxmlformats.org/drawingml/2006/main">
            <a:pPr algn="l">
              <a:defRPr sz="1125" b="0">
                <a:solidFill>
                  <a:srgbClr val="E5EEF8"/>
                </a:solidFill>
              </a:defRPr>
            </a:pPr>
            <a:r>
              <a:rPr sz="1125" b="0">
                <a:solidFill>
                  <a:srgbClr val="E5EEF8"/>
                </a:solidFill>
              </a:rPr>
              <a:t>├─ Fixtures/        setup/teardown delegates</a:t>
            </a:r>
          </a:p>
          <a:p xmlns:a="http://schemas.openxmlformats.org/drawingml/2006/main">
            <a:pPr algn="l">
              <a:defRPr sz="1125" b="0">
                <a:solidFill>
                  <a:srgbClr val="E5EEF8"/>
                </a:solidFill>
              </a:defRPr>
            </a:pPr>
            <a:r>
              <a:rPr sz="1125" b="0">
                <a:solidFill>
                  <a:srgbClr val="E5EEF8"/>
                </a:solidFill>
              </a:rPr>
              <a:t>├─ Infrastructure/  output path helper</a:t>
            </a:r>
          </a:p>
          <a:p xmlns:a="http://schemas.openxmlformats.org/drawingml/2006/main">
            <a:pPr algn="l">
              <a:defRPr sz="1125" b="0">
                <a:solidFill>
                  <a:srgbClr val="E5EEF8"/>
                </a:solidFill>
              </a:defRPr>
            </a:pPr>
            <a:r>
              <a:rPr sz="1125" b="0">
                <a:solidFill>
                  <a:srgbClr val="E5EEF8"/>
                </a:solidFill>
              </a:rPr>
              <a:t>├─ Locators/        every Playwright selector</a:t>
            </a:r>
          </a:p>
          <a:p xmlns:a="http://schemas.openxmlformats.org/drawingml/2006/main">
            <a:pPr algn="l">
              <a:defRPr sz="1125" b="0">
                <a:solidFill>
                  <a:srgbClr val="E5EEF8"/>
                </a:solidFill>
              </a:defRPr>
            </a:pPr>
            <a:r>
              <a:rPr sz="1125" b="0">
                <a:solidFill>
                  <a:srgbClr val="E5EEF8"/>
                </a:solidFill>
              </a:rPr>
              <a:t>├─ TestData/        HTML, inputs, expected values</a:t>
            </a:r>
          </a:p>
          <a:p xmlns:a="http://schemas.openxmlformats.org/drawingml/2006/main">
            <a:pPr algn="l">
              <a:defRPr sz="1125" b="0">
                <a:solidFill>
                  <a:srgbClr val="E5EEF8"/>
                </a:solidFill>
              </a:defRPr>
            </a:pPr>
            <a:r>
              <a:rPr sz="1125" b="0">
                <a:solidFill>
                  <a:srgbClr val="E5EEF8"/>
                </a:solidFill>
              </a:rPr>
              <a:t>├─ TestAssets/      upload-sample.txt</a:t>
            </a:r>
          </a:p>
          <a:p xmlns:a="http://schemas.openxmlformats.org/drawingml/2006/main">
            <a:pPr algn="l">
              <a:defRPr sz="1125" b="0">
                <a:solidFill>
                  <a:srgbClr val="E5EEF8"/>
                </a:solidFill>
              </a:defRPr>
            </a:pPr>
            <a:r>
              <a:rPr sz="1125" b="0">
                <a:solidFill>
                  <a:srgbClr val="E5EEF8"/>
                </a:solidFill>
              </a:rPr>
              <a:t>├─ Tests/           5 feature-focused test classes</a:t>
            </a:r>
          </a:p>
          <a:p xmlns:a="http://schemas.openxmlformats.org/drawingml/2006/main">
            <a:pPr algn="l">
              <a:defRPr sz="1125" b="0">
                <a:solidFill>
                  <a:srgbClr val="E5EEF8"/>
                </a:solidFill>
              </a:defRPr>
            </a:pPr>
            <a:r>
              <a:rPr sz="1125" b="0">
                <a:solidFill>
                  <a:srgbClr val="E5EEF8"/>
                </a:solidFill>
              </a:rPr>
              <a:t>├─ Reports/         Allure raw results</a:t>
            </a:r>
          </a:p>
          <a:p xmlns:a="http://schemas.openxmlformats.org/drawingml/2006/main">
            <a:pPr algn="l">
              <a:defRPr sz="1125" b="0">
                <a:solidFill>
                  <a:srgbClr val="E5EEF8"/>
                </a:solidFill>
              </a:defRPr>
            </a:pPr>
            <a:r>
              <a:rPr sz="1125" b="0">
                <a:solidFill>
                  <a:srgbClr val="E5EEF8"/>
                </a:solidFill>
              </a:rPr>
              <a:t>├─ appsettings.json runtime options</a:t>
            </a:r>
          </a:p>
          <a:p xmlns:a="http://schemas.openxmlformats.org/drawingml/2006/main">
            <a:pPr algn="l">
              <a:defRPr sz="1125" b="0">
                <a:solidFill>
                  <a:srgbClr val="E5EEF8"/>
                </a:solidFill>
              </a:defRPr>
            </a:pPr>
            <a:r>
              <a:rPr sz="1125" b="0">
                <a:solidFill>
                  <a:srgbClr val="E5EEF8"/>
                </a:solidFill>
              </a:rPr>
              <a:t>└─ *.csproj         .NET 10 + package definitions</a:t>
            </a:r>
          </a:p>
        </p:txBody>
      </p:sp>
      <p:sp>
        <p:nvSpPr>
          <p:cNvPr id="9" name="">
            <a:extLst xmlns:a="http://schemas.openxmlformats.org/drawingml/2006/main">
              <a:ext uri="{FF2B5EF4-FFF2-40B4-BE49-F238E27FC236}">
                <a16:creationId xmlns:a16="http://schemas.microsoft.com/office/drawing/2014/main" id="{4F12710E-42C6-4304-81D3-9B59D205C128}"/>
              </a:ext>
            </a:extLst>
          </p:cNvPr>
          <p:cNvSpPr>
            <a:spLocks xmlns:a="http://schemas.openxmlformats.org/drawingml/2006/main" noGrp="1"/>
          </p:cNvSpPr>
          <p:nvPr/>
        </p:nvSpPr>
        <p:spPr>
          <a:xfrm xmlns:a="http://schemas.openxmlformats.org/drawingml/2006/main">
            <a:off x="6381750" y="2152650"/>
            <a:ext cx="5200650" cy="1066800"/>
          </a:xfrm>
          <a:prstGeom xmlns:a="http://schemas.openxmlformats.org/drawingml/2006/main" prst="roundRect">
            <a:avLst>
              <a:gd name="adj" fmla="val 10714"/>
            </a:avLst>
          </a:prstGeom>
          <a:solidFill xmlns:a="http://schemas.openxmlformats.org/drawingml/2006/main">
            <a:srgbClr val="F7F8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4AD0A39-AF9D-4FAB-AE1A-97FC0178837C}"/>
              </a:ext>
            </a:extLst>
          </p:cNvPr>
          <p:cNvSpPr>
            <a:spLocks xmlns:a="http://schemas.openxmlformats.org/drawingml/2006/main" noGrp="1"/>
          </p:cNvSpPr>
          <p:nvPr/>
        </p:nvSpPr>
        <p:spPr>
          <a:xfrm xmlns:a="http://schemas.openxmlformats.org/drawingml/2006/main">
            <a:off x="6591300" y="232410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Runtime core</a:t>
            </a:r>
          </a:p>
        </p:txBody>
      </p:sp>
      <p:sp>
        <p:nvSpPr>
          <p:cNvPr id="11" name="">
            <a:extLst xmlns:a="http://schemas.openxmlformats.org/drawingml/2006/main">
              <a:ext uri="{FF2B5EF4-FFF2-40B4-BE49-F238E27FC236}">
                <a16:creationId xmlns:a16="http://schemas.microsoft.com/office/drawing/2014/main" id="{A09215A3-FD3C-4E70-A8E6-C490B33F4161}"/>
              </a:ext>
            </a:extLst>
          </p:cNvPr>
          <p:cNvSpPr>
            <a:spLocks xmlns:a="http://schemas.openxmlformats.org/drawingml/2006/main" noGrp="1"/>
          </p:cNvSpPr>
          <p:nvPr/>
        </p:nvSpPr>
        <p:spPr>
          <a:xfrm xmlns:a="http://schemas.openxmlformats.org/drawingml/2006/main">
            <a:off x="6591300" y="2743200"/>
            <a:ext cx="478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Configuration + Fixtures + Infrastructure create and dispose the test environment.</a:t>
            </a:r>
          </a:p>
        </p:txBody>
      </p:sp>
      <p:sp>
        <p:nvSpPr>
          <p:cNvPr id="12" name="">
            <a:extLst xmlns:a="http://schemas.openxmlformats.org/drawingml/2006/main">
              <a:ext uri="{FF2B5EF4-FFF2-40B4-BE49-F238E27FC236}">
                <a16:creationId xmlns:a16="http://schemas.microsoft.com/office/drawing/2014/main" id="{59C5F556-1127-45B2-89C6-C790A985D1C9}"/>
              </a:ext>
            </a:extLst>
          </p:cNvPr>
          <p:cNvSpPr>
            <a:spLocks xmlns:a="http://schemas.openxmlformats.org/drawingml/2006/main" noGrp="1"/>
          </p:cNvSpPr>
          <p:nvPr/>
        </p:nvSpPr>
        <p:spPr>
          <a:xfrm xmlns:a="http://schemas.openxmlformats.org/drawingml/2006/main">
            <a:off x="6381750" y="3409950"/>
            <a:ext cx="5200650" cy="1066800"/>
          </a:xfrm>
          <a:prstGeom xmlns:a="http://schemas.openxmlformats.org/drawingml/2006/main" prst="roundRect">
            <a:avLst>
              <a:gd name="adj" fmla="val 10714"/>
            </a:avLst>
          </a:prstGeom>
          <a:solidFill xmlns:a="http://schemas.openxmlformats.org/drawingml/2006/main">
            <a:srgbClr val="F7F8FA"/>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CA0A372-A9F8-4B15-BBEA-138CFC164DE7}"/>
              </a:ext>
            </a:extLst>
          </p:cNvPr>
          <p:cNvSpPr>
            <a:spLocks xmlns:a="http://schemas.openxmlformats.org/drawingml/2006/main" noGrp="1"/>
          </p:cNvSpPr>
          <p:nvPr/>
        </p:nvSpPr>
        <p:spPr>
          <a:xfrm xmlns:a="http://schemas.openxmlformats.org/drawingml/2006/main">
            <a:off x="6591300" y="358140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Readable test inputs</a:t>
            </a:r>
          </a:p>
        </p:txBody>
      </p:sp>
      <p:sp>
        <p:nvSpPr>
          <p:cNvPr id="14" name="">
            <a:extLst xmlns:a="http://schemas.openxmlformats.org/drawingml/2006/main">
              <a:ext uri="{FF2B5EF4-FFF2-40B4-BE49-F238E27FC236}">
                <a16:creationId xmlns:a16="http://schemas.microsoft.com/office/drawing/2014/main" id="{C31319CB-D759-46A8-8E47-73B0AAF5233F}"/>
              </a:ext>
            </a:extLst>
          </p:cNvPr>
          <p:cNvSpPr>
            <a:spLocks xmlns:a="http://schemas.openxmlformats.org/drawingml/2006/main" noGrp="1"/>
          </p:cNvSpPr>
          <p:nvPr/>
        </p:nvSpPr>
        <p:spPr>
          <a:xfrm xmlns:a="http://schemas.openxmlformats.org/drawingml/2006/main">
            <a:off x="6591300" y="4000500"/>
            <a:ext cx="478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Locators + TestData + TestAssets keep selectors and values out of test methods.</a:t>
            </a:r>
          </a:p>
        </p:txBody>
      </p:sp>
      <p:sp>
        <p:nvSpPr>
          <p:cNvPr id="15" name="">
            <a:extLst xmlns:a="http://schemas.openxmlformats.org/drawingml/2006/main">
              <a:ext uri="{FF2B5EF4-FFF2-40B4-BE49-F238E27FC236}">
                <a16:creationId xmlns:a16="http://schemas.microsoft.com/office/drawing/2014/main" id="{3208DC38-5FFE-4F4E-AFC5-CBF056D910ED}"/>
              </a:ext>
            </a:extLst>
          </p:cNvPr>
          <p:cNvSpPr>
            <a:spLocks xmlns:a="http://schemas.openxmlformats.org/drawingml/2006/main" noGrp="1"/>
          </p:cNvSpPr>
          <p:nvPr/>
        </p:nvSpPr>
        <p:spPr>
          <a:xfrm xmlns:a="http://schemas.openxmlformats.org/drawingml/2006/main">
            <a:off x="6381750" y="4667250"/>
            <a:ext cx="52006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EA3F4D2-07F9-4044-9B8A-0C2907817ADB}"/>
              </a:ext>
            </a:extLst>
          </p:cNvPr>
          <p:cNvSpPr>
            <a:spLocks xmlns:a="http://schemas.openxmlformats.org/drawingml/2006/main" noGrp="1"/>
          </p:cNvSpPr>
          <p:nvPr/>
        </p:nvSpPr>
        <p:spPr>
          <a:xfrm xmlns:a="http://schemas.openxmlformats.org/drawingml/2006/main">
            <a:off x="6591300" y="483870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Focused verification</a:t>
            </a:r>
          </a:p>
        </p:txBody>
      </p:sp>
      <p:sp>
        <p:nvSpPr>
          <p:cNvPr id="17" name="">
            <a:extLst xmlns:a="http://schemas.openxmlformats.org/drawingml/2006/main">
              <a:ext uri="{FF2B5EF4-FFF2-40B4-BE49-F238E27FC236}">
                <a16:creationId xmlns:a16="http://schemas.microsoft.com/office/drawing/2014/main" id="{EF135515-8301-4DCF-94B5-C4B16E544150}"/>
              </a:ext>
            </a:extLst>
          </p:cNvPr>
          <p:cNvSpPr>
            <a:spLocks xmlns:a="http://schemas.openxmlformats.org/drawingml/2006/main" noGrp="1"/>
          </p:cNvSpPr>
          <p:nvPr/>
        </p:nvSpPr>
        <p:spPr>
          <a:xfrm xmlns:a="http://schemas.openxmlformats.org/drawingml/2006/main">
            <a:off x="6591300" y="5257800"/>
            <a:ext cx="4781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Tests contains one class per feature type; Reports and TestResults store what the run produces.</a:t>
            </a:r>
          </a:p>
        </p:txBody>
      </p:sp>
    </p:spTree>
    <p:extLst>
      <p:ext uri="{BB962C8B-B14F-4D97-AF65-F5344CB8AC3E}">
        <p14:creationId xmlns:p14="http://schemas.microsoft.com/office/powerpoint/2010/main" val="10465708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3993B5C-BD8F-401E-AD8F-CBFD6BFB57AF}"/>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B1111B5F-E3E6-4D2A-AF5E-4F9977D57555}"/>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COMPONENTS</a:t>
            </a:r>
          </a:p>
        </p:txBody>
      </p:sp>
      <p:sp>
        <p:nvSpPr>
          <p:cNvPr id="3" name="">
            <a:extLst xmlns:a="http://schemas.openxmlformats.org/drawingml/2006/main">
              <a:ext uri="{FF2B5EF4-FFF2-40B4-BE49-F238E27FC236}">
                <a16:creationId xmlns:a16="http://schemas.microsoft.com/office/drawing/2014/main" id="{59C2473A-BD7C-4E3E-B0CC-33FFA819A83B}"/>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What each core file owns</a:t>
            </a:r>
          </a:p>
        </p:txBody>
      </p:sp>
      <p:sp>
        <p:nvSpPr>
          <p:cNvPr id="4" name="">
            <a:extLst xmlns:a="http://schemas.openxmlformats.org/drawingml/2006/main">
              <a:ext uri="{FF2B5EF4-FFF2-40B4-BE49-F238E27FC236}">
                <a16:creationId xmlns:a16="http://schemas.microsoft.com/office/drawing/2014/main" id="{9308FC6F-7AA6-4D5B-8F41-274EB6EBD5A3}"/>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The base class coordinates; helper classes perform specialized work</a:t>
            </a:r>
          </a:p>
        </p:txBody>
      </p:sp>
      <p:sp>
        <p:nvSpPr>
          <p:cNvPr id="5" name="">
            <a:extLst xmlns:a="http://schemas.openxmlformats.org/drawingml/2006/main">
              <a:ext uri="{FF2B5EF4-FFF2-40B4-BE49-F238E27FC236}">
                <a16:creationId xmlns:a16="http://schemas.microsoft.com/office/drawing/2014/main" id="{1B02688E-CC1A-47E6-AF5E-B724A3DB4EA0}"/>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CC22EF31-784A-49E9-8305-DEC1881ED486}"/>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05</a:t>
            </a:r>
          </a:p>
        </p:txBody>
      </p:sp>
      <p:sp>
        <p:nvSpPr>
          <p:cNvPr id="7" name="">
            <a:extLst xmlns:a="http://schemas.openxmlformats.org/drawingml/2006/main">
              <a:ext uri="{FF2B5EF4-FFF2-40B4-BE49-F238E27FC236}">
                <a16:creationId xmlns:a16="http://schemas.microsoft.com/office/drawing/2014/main" id="{6F62580E-A4C8-4DE6-B9C3-9ABE9A119088}"/>
              </a:ext>
            </a:extLst>
          </p:cNvPr>
          <p:cNvSpPr>
            <a:spLocks xmlns:a="http://schemas.openxmlformats.org/drawingml/2006/main" noGrp="1"/>
          </p:cNvSpPr>
          <p:nvPr/>
        </p:nvSpPr>
        <p:spPr>
          <a:xfrm xmlns:a="http://schemas.openxmlformats.org/drawingml/2006/main">
            <a:off x="609600" y="2095500"/>
            <a:ext cx="2819400" cy="438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B1E79DC-BCD7-4222-A06F-468A858AD5C1}"/>
              </a:ext>
            </a:extLst>
          </p:cNvPr>
          <p:cNvSpPr>
            <a:spLocks xmlns:a="http://schemas.openxmlformats.org/drawingml/2006/main" noGrp="1"/>
          </p:cNvSpPr>
          <p:nvPr/>
        </p:nvSpPr>
        <p:spPr>
          <a:xfrm xmlns:a="http://schemas.openxmlformats.org/drawingml/2006/main">
            <a:off x="742950" y="2209800"/>
            <a:ext cx="2552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File</a:t>
            </a:r>
          </a:p>
        </p:txBody>
      </p:sp>
      <p:sp>
        <p:nvSpPr>
          <p:cNvPr id="9" name="">
            <a:extLst xmlns:a="http://schemas.openxmlformats.org/drawingml/2006/main">
              <a:ext uri="{FF2B5EF4-FFF2-40B4-BE49-F238E27FC236}">
                <a16:creationId xmlns:a16="http://schemas.microsoft.com/office/drawing/2014/main" id="{5C315653-7786-41A6-AEB3-44D1D283E508}"/>
              </a:ext>
            </a:extLst>
          </p:cNvPr>
          <p:cNvSpPr>
            <a:spLocks xmlns:a="http://schemas.openxmlformats.org/drawingml/2006/main" noGrp="1"/>
          </p:cNvSpPr>
          <p:nvPr/>
        </p:nvSpPr>
        <p:spPr>
          <a:xfrm xmlns:a="http://schemas.openxmlformats.org/drawingml/2006/main">
            <a:off x="3429000" y="2095500"/>
            <a:ext cx="3695700" cy="438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BC12B07-C9AA-4820-8F3C-438A5C8C3383}"/>
              </a:ext>
            </a:extLst>
          </p:cNvPr>
          <p:cNvSpPr>
            <a:spLocks xmlns:a="http://schemas.openxmlformats.org/drawingml/2006/main" noGrp="1"/>
          </p:cNvSpPr>
          <p:nvPr/>
        </p:nvSpPr>
        <p:spPr>
          <a:xfrm xmlns:a="http://schemas.openxmlformats.org/drawingml/2006/main">
            <a:off x="3562350" y="2209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Single responsibility</a:t>
            </a:r>
          </a:p>
        </p:txBody>
      </p:sp>
      <p:sp>
        <p:nvSpPr>
          <p:cNvPr id="11" name="">
            <a:extLst xmlns:a="http://schemas.openxmlformats.org/drawingml/2006/main">
              <a:ext uri="{FF2B5EF4-FFF2-40B4-BE49-F238E27FC236}">
                <a16:creationId xmlns:a16="http://schemas.microsoft.com/office/drawing/2014/main" id="{72A8A61B-A824-4A91-B267-579FECCBA345}"/>
              </a:ext>
            </a:extLst>
          </p:cNvPr>
          <p:cNvSpPr>
            <a:spLocks xmlns:a="http://schemas.openxmlformats.org/drawingml/2006/main" noGrp="1"/>
          </p:cNvSpPr>
          <p:nvPr/>
        </p:nvSpPr>
        <p:spPr>
          <a:xfrm xmlns:a="http://schemas.openxmlformats.org/drawingml/2006/main">
            <a:off x="7124700" y="2095500"/>
            <a:ext cx="4457700" cy="438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5BE2A228-D149-445D-920E-C13F9AB64E85}"/>
              </a:ext>
            </a:extLst>
          </p:cNvPr>
          <p:cNvSpPr>
            <a:spLocks xmlns:a="http://schemas.openxmlformats.org/drawingml/2006/main" noGrp="1"/>
          </p:cNvSpPr>
          <p:nvPr/>
        </p:nvSpPr>
        <p:spPr>
          <a:xfrm xmlns:a="http://schemas.openxmlformats.org/drawingml/2006/main">
            <a:off x="7258050" y="22098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Relationship</a:t>
            </a:r>
          </a:p>
        </p:txBody>
      </p:sp>
      <p:sp>
        <p:nvSpPr>
          <p:cNvPr id="13" name="">
            <a:extLst xmlns:a="http://schemas.openxmlformats.org/drawingml/2006/main">
              <a:ext uri="{FF2B5EF4-FFF2-40B4-BE49-F238E27FC236}">
                <a16:creationId xmlns:a16="http://schemas.microsoft.com/office/drawing/2014/main" id="{1282DB7E-E136-41FE-901E-AF7B194A3501}"/>
              </a:ext>
            </a:extLst>
          </p:cNvPr>
          <p:cNvSpPr>
            <a:spLocks xmlns:a="http://schemas.openxmlformats.org/drawingml/2006/main" noGrp="1"/>
          </p:cNvSpPr>
          <p:nvPr/>
        </p:nvSpPr>
        <p:spPr>
          <a:xfrm xmlns:a="http://schemas.openxmlformats.org/drawingml/2006/main">
            <a:off x="609600" y="2533650"/>
            <a:ext cx="28194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711DDE66-671D-4244-9395-FBBB075A9362}"/>
              </a:ext>
            </a:extLst>
          </p:cNvPr>
          <p:cNvSpPr>
            <a:spLocks xmlns:a="http://schemas.openxmlformats.org/drawingml/2006/main" noGrp="1"/>
          </p:cNvSpPr>
          <p:nvPr/>
        </p:nvSpPr>
        <p:spPr>
          <a:xfrm xmlns:a="http://schemas.openxmlformats.org/drawingml/2006/main">
            <a:off x="733425" y="26574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00000"/>
                </a:solidFill>
              </a:defRPr>
            </a:pPr>
            <a:r>
              <a:rPr sz="1050" b="1">
                <a:solidFill>
                  <a:srgbClr val="000000"/>
                </a:solidFill>
              </a:rPr>
              <a:t>BrowserTestBase.cs</a:t>
            </a:r>
          </a:p>
        </p:txBody>
      </p:sp>
      <p:sp>
        <p:nvSpPr>
          <p:cNvPr id="15" name="">
            <a:extLst xmlns:a="http://schemas.openxmlformats.org/drawingml/2006/main">
              <a:ext uri="{FF2B5EF4-FFF2-40B4-BE49-F238E27FC236}">
                <a16:creationId xmlns:a16="http://schemas.microsoft.com/office/drawing/2014/main" id="{9E5D7F3F-47D0-455D-BF21-A3DDD5227C13}"/>
              </a:ext>
            </a:extLst>
          </p:cNvPr>
          <p:cNvSpPr>
            <a:spLocks xmlns:a="http://schemas.openxmlformats.org/drawingml/2006/main" noGrp="1"/>
          </p:cNvSpPr>
          <p:nvPr/>
        </p:nvSpPr>
        <p:spPr>
          <a:xfrm xmlns:a="http://schemas.openxmlformats.org/drawingml/2006/main">
            <a:off x="3429000" y="2533650"/>
            <a:ext cx="36957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08C3D6B0-DEB9-4148-A1A5-A0C97F45D76C}"/>
              </a:ext>
            </a:extLst>
          </p:cNvPr>
          <p:cNvSpPr>
            <a:spLocks xmlns:a="http://schemas.openxmlformats.org/drawingml/2006/main" noGrp="1"/>
          </p:cNvSpPr>
          <p:nvPr/>
        </p:nvSpPr>
        <p:spPr>
          <a:xfrm xmlns:a="http://schemas.openxmlformats.org/drawingml/2006/main">
            <a:off x="3552825" y="2657475"/>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Orchestrates SetUp/TearDown</a:t>
            </a:r>
          </a:p>
        </p:txBody>
      </p:sp>
      <p:sp>
        <p:nvSpPr>
          <p:cNvPr id="17" name="">
            <a:extLst xmlns:a="http://schemas.openxmlformats.org/drawingml/2006/main">
              <a:ext uri="{FF2B5EF4-FFF2-40B4-BE49-F238E27FC236}">
                <a16:creationId xmlns:a16="http://schemas.microsoft.com/office/drawing/2014/main" id="{CC32EDDE-16A9-494E-BAB3-E745A98E44A0}"/>
              </a:ext>
            </a:extLst>
          </p:cNvPr>
          <p:cNvSpPr>
            <a:spLocks xmlns:a="http://schemas.openxmlformats.org/drawingml/2006/main" noGrp="1"/>
          </p:cNvSpPr>
          <p:nvPr/>
        </p:nvSpPr>
        <p:spPr>
          <a:xfrm xmlns:a="http://schemas.openxmlformats.org/drawingml/2006/main">
            <a:off x="7124700" y="2533650"/>
            <a:ext cx="44577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1FC3CCC6-97AE-4CEB-BC2E-352BB127B57F}"/>
              </a:ext>
            </a:extLst>
          </p:cNvPr>
          <p:cNvSpPr>
            <a:spLocks xmlns:a="http://schemas.openxmlformats.org/drawingml/2006/main" noGrp="1"/>
          </p:cNvSpPr>
          <p:nvPr/>
        </p:nvSpPr>
        <p:spPr>
          <a:xfrm xmlns:a="http://schemas.openxmlformats.org/drawingml/2006/main">
            <a:off x="7248525" y="2657475"/>
            <a:ext cx="421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All test classes inherit it</a:t>
            </a:r>
          </a:p>
        </p:txBody>
      </p:sp>
      <p:sp>
        <p:nvSpPr>
          <p:cNvPr id="19" name="">
            <a:extLst xmlns:a="http://schemas.openxmlformats.org/drawingml/2006/main">
              <a:ext uri="{FF2B5EF4-FFF2-40B4-BE49-F238E27FC236}">
                <a16:creationId xmlns:a16="http://schemas.microsoft.com/office/drawing/2014/main" id="{9F8CCD78-5643-4C70-9C32-F7F54833F413}"/>
              </a:ext>
            </a:extLst>
          </p:cNvPr>
          <p:cNvSpPr>
            <a:spLocks xmlns:a="http://schemas.openxmlformats.org/drawingml/2006/main" noGrp="1"/>
          </p:cNvSpPr>
          <p:nvPr/>
        </p:nvSpPr>
        <p:spPr>
          <a:xfrm xmlns:a="http://schemas.openxmlformats.org/drawingml/2006/main">
            <a:off x="609600" y="3095625"/>
            <a:ext cx="28194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8B87D6C6-92F8-4590-9585-7E0A1AFB8A08}"/>
              </a:ext>
            </a:extLst>
          </p:cNvPr>
          <p:cNvSpPr>
            <a:spLocks xmlns:a="http://schemas.openxmlformats.org/drawingml/2006/main" noGrp="1"/>
          </p:cNvSpPr>
          <p:nvPr/>
        </p:nvSpPr>
        <p:spPr>
          <a:xfrm xmlns:a="http://schemas.openxmlformats.org/drawingml/2006/main">
            <a:off x="733425" y="3219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00000"/>
                </a:solidFill>
              </a:defRPr>
            </a:pPr>
            <a:r>
              <a:rPr sz="1050" b="1">
                <a:solidFill>
                  <a:srgbClr val="000000"/>
                </a:solidFill>
              </a:rPr>
              <a:t>BrowserFactory.cs</a:t>
            </a:r>
          </a:p>
        </p:txBody>
      </p:sp>
      <p:sp>
        <p:nvSpPr>
          <p:cNvPr id="21" name="">
            <a:extLst xmlns:a="http://schemas.openxmlformats.org/drawingml/2006/main">
              <a:ext uri="{FF2B5EF4-FFF2-40B4-BE49-F238E27FC236}">
                <a16:creationId xmlns:a16="http://schemas.microsoft.com/office/drawing/2014/main" id="{DD8E6A8B-1798-4BE7-BFB1-CB85BDD4CCF8}"/>
              </a:ext>
            </a:extLst>
          </p:cNvPr>
          <p:cNvSpPr>
            <a:spLocks xmlns:a="http://schemas.openxmlformats.org/drawingml/2006/main" noGrp="1"/>
          </p:cNvSpPr>
          <p:nvPr/>
        </p:nvSpPr>
        <p:spPr>
          <a:xfrm xmlns:a="http://schemas.openxmlformats.org/drawingml/2006/main">
            <a:off x="3429000" y="3095625"/>
            <a:ext cx="36957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6B4E00E1-F674-47DE-BDEC-3C481C200F84}"/>
              </a:ext>
            </a:extLst>
          </p:cNvPr>
          <p:cNvSpPr>
            <a:spLocks xmlns:a="http://schemas.openxmlformats.org/drawingml/2006/main" noGrp="1"/>
          </p:cNvSpPr>
          <p:nvPr/>
        </p:nvSpPr>
        <p:spPr>
          <a:xfrm xmlns:a="http://schemas.openxmlformats.org/drawingml/2006/main">
            <a:off x="3552825" y="3219450"/>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Chooses and launches Chromium/WebKit</a:t>
            </a:r>
          </a:p>
        </p:txBody>
      </p:sp>
      <p:sp>
        <p:nvSpPr>
          <p:cNvPr id="23" name="">
            <a:extLst xmlns:a="http://schemas.openxmlformats.org/drawingml/2006/main">
              <a:ext uri="{FF2B5EF4-FFF2-40B4-BE49-F238E27FC236}">
                <a16:creationId xmlns:a16="http://schemas.microsoft.com/office/drawing/2014/main" id="{0A9097FD-E490-402E-913F-C5F365B0F5F8}"/>
              </a:ext>
            </a:extLst>
          </p:cNvPr>
          <p:cNvSpPr>
            <a:spLocks xmlns:a="http://schemas.openxmlformats.org/drawingml/2006/main" noGrp="1"/>
          </p:cNvSpPr>
          <p:nvPr/>
        </p:nvSpPr>
        <p:spPr>
          <a:xfrm xmlns:a="http://schemas.openxmlformats.org/drawingml/2006/main">
            <a:off x="7124700" y="3095625"/>
            <a:ext cx="44577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4920A7D8-5A35-4D6D-BFDC-2D03F78684F7}"/>
              </a:ext>
            </a:extLst>
          </p:cNvPr>
          <p:cNvSpPr>
            <a:spLocks xmlns:a="http://schemas.openxmlformats.org/drawingml/2006/main" noGrp="1"/>
          </p:cNvSpPr>
          <p:nvPr/>
        </p:nvSpPr>
        <p:spPr>
          <a:xfrm xmlns:a="http://schemas.openxmlformats.org/drawingml/2006/main">
            <a:off x="7248525" y="3219450"/>
            <a:ext cx="421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Called by SetUp</a:t>
            </a:r>
          </a:p>
        </p:txBody>
      </p:sp>
      <p:sp>
        <p:nvSpPr>
          <p:cNvPr id="25" name="">
            <a:extLst xmlns:a="http://schemas.openxmlformats.org/drawingml/2006/main">
              <a:ext uri="{FF2B5EF4-FFF2-40B4-BE49-F238E27FC236}">
                <a16:creationId xmlns:a16="http://schemas.microsoft.com/office/drawing/2014/main" id="{730D9B47-C6A8-4DE2-8FC0-F407ED3DD7E0}"/>
              </a:ext>
            </a:extLst>
          </p:cNvPr>
          <p:cNvSpPr>
            <a:spLocks xmlns:a="http://schemas.openxmlformats.org/drawingml/2006/main" noGrp="1"/>
          </p:cNvSpPr>
          <p:nvPr/>
        </p:nvSpPr>
        <p:spPr>
          <a:xfrm xmlns:a="http://schemas.openxmlformats.org/drawingml/2006/main">
            <a:off x="609600" y="3657600"/>
            <a:ext cx="28194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B3116126-6BE0-498A-B5E7-6ED60825921F}"/>
              </a:ext>
            </a:extLst>
          </p:cNvPr>
          <p:cNvSpPr>
            <a:spLocks xmlns:a="http://schemas.openxmlformats.org/drawingml/2006/main" noGrp="1"/>
          </p:cNvSpPr>
          <p:nvPr/>
        </p:nvSpPr>
        <p:spPr>
          <a:xfrm xmlns:a="http://schemas.openxmlformats.org/drawingml/2006/main">
            <a:off x="733425" y="37814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00000"/>
                </a:solidFill>
              </a:defRPr>
            </a:pPr>
            <a:r>
              <a:rPr sz="1050" b="1">
                <a:solidFill>
                  <a:srgbClr val="000000"/>
                </a:solidFill>
              </a:rPr>
              <a:t>TestEvidence.cs</a:t>
            </a:r>
          </a:p>
        </p:txBody>
      </p:sp>
      <p:sp>
        <p:nvSpPr>
          <p:cNvPr id="27" name="">
            <a:extLst xmlns:a="http://schemas.openxmlformats.org/drawingml/2006/main">
              <a:ext uri="{FF2B5EF4-FFF2-40B4-BE49-F238E27FC236}">
                <a16:creationId xmlns:a16="http://schemas.microsoft.com/office/drawing/2014/main" id="{B8117D4E-FCD6-40ED-8988-BA0A27639CC2}"/>
              </a:ext>
            </a:extLst>
          </p:cNvPr>
          <p:cNvSpPr>
            <a:spLocks xmlns:a="http://schemas.openxmlformats.org/drawingml/2006/main" noGrp="1"/>
          </p:cNvSpPr>
          <p:nvPr/>
        </p:nvSpPr>
        <p:spPr>
          <a:xfrm xmlns:a="http://schemas.openxmlformats.org/drawingml/2006/main">
            <a:off x="3429000" y="3657600"/>
            <a:ext cx="36957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28" name="">
            <a:extLst xmlns:a="http://schemas.openxmlformats.org/drawingml/2006/main">
              <a:ext uri="{FF2B5EF4-FFF2-40B4-BE49-F238E27FC236}">
                <a16:creationId xmlns:a16="http://schemas.microsoft.com/office/drawing/2014/main" id="{57865E15-5FCD-46D3-BDF7-434F5080741A}"/>
              </a:ext>
            </a:extLst>
          </p:cNvPr>
          <p:cNvSpPr>
            <a:spLocks xmlns:a="http://schemas.openxmlformats.org/drawingml/2006/main" noGrp="1"/>
          </p:cNvSpPr>
          <p:nvPr/>
        </p:nvSpPr>
        <p:spPr>
          <a:xfrm xmlns:a="http://schemas.openxmlformats.org/drawingml/2006/main">
            <a:off x="3552825" y="3781425"/>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Trace, video, failure screenshot, attachments</a:t>
            </a:r>
          </a:p>
        </p:txBody>
      </p:sp>
      <p:sp>
        <p:nvSpPr>
          <p:cNvPr id="29" name="">
            <a:extLst xmlns:a="http://schemas.openxmlformats.org/drawingml/2006/main">
              <a:ext uri="{FF2B5EF4-FFF2-40B4-BE49-F238E27FC236}">
                <a16:creationId xmlns:a16="http://schemas.microsoft.com/office/drawing/2014/main" id="{9CF4EA5C-D024-4691-B694-B2471E6B4049}"/>
              </a:ext>
            </a:extLst>
          </p:cNvPr>
          <p:cNvSpPr>
            <a:spLocks xmlns:a="http://schemas.openxmlformats.org/drawingml/2006/main" noGrp="1"/>
          </p:cNvSpPr>
          <p:nvPr/>
        </p:nvSpPr>
        <p:spPr>
          <a:xfrm xmlns:a="http://schemas.openxmlformats.org/drawingml/2006/main">
            <a:off x="7124700" y="3657600"/>
            <a:ext cx="44577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30" name="">
            <a:extLst xmlns:a="http://schemas.openxmlformats.org/drawingml/2006/main">
              <a:ext uri="{FF2B5EF4-FFF2-40B4-BE49-F238E27FC236}">
                <a16:creationId xmlns:a16="http://schemas.microsoft.com/office/drawing/2014/main" id="{E0610E4A-368E-4713-9519-DFF151AF514D}"/>
              </a:ext>
            </a:extLst>
          </p:cNvPr>
          <p:cNvSpPr>
            <a:spLocks xmlns:a="http://schemas.openxmlformats.org/drawingml/2006/main" noGrp="1"/>
          </p:cNvSpPr>
          <p:nvPr/>
        </p:nvSpPr>
        <p:spPr>
          <a:xfrm xmlns:a="http://schemas.openxmlformats.org/drawingml/2006/main">
            <a:off x="7248525" y="3781425"/>
            <a:ext cx="421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Called by SetUp/TearDown</a:t>
            </a:r>
          </a:p>
        </p:txBody>
      </p:sp>
      <p:sp>
        <p:nvSpPr>
          <p:cNvPr id="31" name="">
            <a:extLst xmlns:a="http://schemas.openxmlformats.org/drawingml/2006/main">
              <a:ext uri="{FF2B5EF4-FFF2-40B4-BE49-F238E27FC236}">
                <a16:creationId xmlns:a16="http://schemas.microsoft.com/office/drawing/2014/main" id="{8CD48B05-03E5-4623-AF84-EBAE02C1D277}"/>
              </a:ext>
            </a:extLst>
          </p:cNvPr>
          <p:cNvSpPr>
            <a:spLocks xmlns:a="http://schemas.openxmlformats.org/drawingml/2006/main" noGrp="1"/>
          </p:cNvSpPr>
          <p:nvPr/>
        </p:nvSpPr>
        <p:spPr>
          <a:xfrm xmlns:a="http://schemas.openxmlformats.org/drawingml/2006/main">
            <a:off x="609600" y="4219575"/>
            <a:ext cx="28194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2" name="">
            <a:extLst xmlns:a="http://schemas.openxmlformats.org/drawingml/2006/main">
              <a:ext uri="{FF2B5EF4-FFF2-40B4-BE49-F238E27FC236}">
                <a16:creationId xmlns:a16="http://schemas.microsoft.com/office/drawing/2014/main" id="{02A42DB2-5439-4C4C-BE12-B5CDABADE28A}"/>
              </a:ext>
            </a:extLst>
          </p:cNvPr>
          <p:cNvSpPr>
            <a:spLocks xmlns:a="http://schemas.openxmlformats.org/drawingml/2006/main" noGrp="1"/>
          </p:cNvSpPr>
          <p:nvPr/>
        </p:nvSpPr>
        <p:spPr>
          <a:xfrm xmlns:a="http://schemas.openxmlformats.org/drawingml/2006/main">
            <a:off x="733425" y="43434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00000"/>
                </a:solidFill>
              </a:defRPr>
            </a:pPr>
            <a:r>
              <a:rPr sz="1050" b="1">
                <a:solidFill>
                  <a:srgbClr val="000000"/>
                </a:solidFill>
              </a:rPr>
              <a:t>TestSettings.cs</a:t>
            </a:r>
          </a:p>
        </p:txBody>
      </p:sp>
      <p:sp>
        <p:nvSpPr>
          <p:cNvPr id="33" name="">
            <a:extLst xmlns:a="http://schemas.openxmlformats.org/drawingml/2006/main">
              <a:ext uri="{FF2B5EF4-FFF2-40B4-BE49-F238E27FC236}">
                <a16:creationId xmlns:a16="http://schemas.microsoft.com/office/drawing/2014/main" id="{B33B4B6A-092A-4AEC-BDF3-93F5401DF629}"/>
              </a:ext>
            </a:extLst>
          </p:cNvPr>
          <p:cNvSpPr>
            <a:spLocks xmlns:a="http://schemas.openxmlformats.org/drawingml/2006/main" noGrp="1"/>
          </p:cNvSpPr>
          <p:nvPr/>
        </p:nvSpPr>
        <p:spPr>
          <a:xfrm xmlns:a="http://schemas.openxmlformats.org/drawingml/2006/main">
            <a:off x="3429000" y="4219575"/>
            <a:ext cx="36957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4" name="">
            <a:extLst xmlns:a="http://schemas.openxmlformats.org/drawingml/2006/main">
              <a:ext uri="{FF2B5EF4-FFF2-40B4-BE49-F238E27FC236}">
                <a16:creationId xmlns:a16="http://schemas.microsoft.com/office/drawing/2014/main" id="{01935F8A-4812-4273-9809-0649C0C7B381}"/>
              </a:ext>
            </a:extLst>
          </p:cNvPr>
          <p:cNvSpPr>
            <a:spLocks xmlns:a="http://schemas.openxmlformats.org/drawingml/2006/main" noGrp="1"/>
          </p:cNvSpPr>
          <p:nvPr/>
        </p:nvSpPr>
        <p:spPr>
          <a:xfrm xmlns:a="http://schemas.openxmlformats.org/drawingml/2006/main">
            <a:off x="3552825" y="4343400"/>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Loads and validates appsettings.json</a:t>
            </a:r>
          </a:p>
        </p:txBody>
      </p:sp>
      <p:sp>
        <p:nvSpPr>
          <p:cNvPr id="35" name="">
            <a:extLst xmlns:a="http://schemas.openxmlformats.org/drawingml/2006/main">
              <a:ext uri="{FF2B5EF4-FFF2-40B4-BE49-F238E27FC236}">
                <a16:creationId xmlns:a16="http://schemas.microsoft.com/office/drawing/2014/main" id="{BA9F5687-3DE9-48A2-B624-79D2C8349289}"/>
              </a:ext>
            </a:extLst>
          </p:cNvPr>
          <p:cNvSpPr>
            <a:spLocks xmlns:a="http://schemas.openxmlformats.org/drawingml/2006/main" noGrp="1"/>
          </p:cNvSpPr>
          <p:nvPr/>
        </p:nvSpPr>
        <p:spPr>
          <a:xfrm xmlns:a="http://schemas.openxmlformats.org/drawingml/2006/main">
            <a:off x="7124700" y="4219575"/>
            <a:ext cx="44577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
            <a:extLst xmlns:a="http://schemas.openxmlformats.org/drawingml/2006/main">
              <a:ext uri="{FF2B5EF4-FFF2-40B4-BE49-F238E27FC236}">
                <a16:creationId xmlns:a16="http://schemas.microsoft.com/office/drawing/2014/main" id="{E7FCF350-C38C-4FED-A8C8-EC6D735B4E28}"/>
              </a:ext>
            </a:extLst>
          </p:cNvPr>
          <p:cNvSpPr>
            <a:spLocks xmlns:a="http://schemas.openxmlformats.org/drawingml/2006/main" noGrp="1"/>
          </p:cNvSpPr>
          <p:nvPr/>
        </p:nvSpPr>
        <p:spPr>
          <a:xfrm xmlns:a="http://schemas.openxmlformats.org/drawingml/2006/main">
            <a:off x="7248525" y="4343400"/>
            <a:ext cx="421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Used by base and factory</a:t>
            </a:r>
          </a:p>
        </p:txBody>
      </p:sp>
      <p:sp>
        <p:nvSpPr>
          <p:cNvPr id="37" name="">
            <a:extLst xmlns:a="http://schemas.openxmlformats.org/drawingml/2006/main">
              <a:ext uri="{FF2B5EF4-FFF2-40B4-BE49-F238E27FC236}">
                <a16:creationId xmlns:a16="http://schemas.microsoft.com/office/drawing/2014/main" id="{AF9E84B4-57C0-4EDD-90A2-6BF1EBEDF7B9}"/>
              </a:ext>
            </a:extLst>
          </p:cNvPr>
          <p:cNvSpPr>
            <a:spLocks xmlns:a="http://schemas.openxmlformats.org/drawingml/2006/main" noGrp="1"/>
          </p:cNvSpPr>
          <p:nvPr/>
        </p:nvSpPr>
        <p:spPr>
          <a:xfrm xmlns:a="http://schemas.openxmlformats.org/drawingml/2006/main">
            <a:off x="609600" y="4781550"/>
            <a:ext cx="28194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38" name="">
            <a:extLst xmlns:a="http://schemas.openxmlformats.org/drawingml/2006/main">
              <a:ext uri="{FF2B5EF4-FFF2-40B4-BE49-F238E27FC236}">
                <a16:creationId xmlns:a16="http://schemas.microsoft.com/office/drawing/2014/main" id="{E9565DB4-6BF8-4ED0-AE2C-64ED1AEECB25}"/>
              </a:ext>
            </a:extLst>
          </p:cNvPr>
          <p:cNvSpPr>
            <a:spLocks xmlns:a="http://schemas.openxmlformats.org/drawingml/2006/main" noGrp="1"/>
          </p:cNvSpPr>
          <p:nvPr/>
        </p:nvSpPr>
        <p:spPr>
          <a:xfrm xmlns:a="http://schemas.openxmlformats.org/drawingml/2006/main">
            <a:off x="733425" y="49053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00000"/>
                </a:solidFill>
              </a:defRPr>
            </a:pPr>
            <a:r>
              <a:rPr sz="1050" b="1">
                <a:solidFill>
                  <a:srgbClr val="000000"/>
                </a:solidFill>
              </a:rPr>
              <a:t>TestPaths.cs</a:t>
            </a:r>
          </a:p>
        </p:txBody>
      </p:sp>
      <p:sp>
        <p:nvSpPr>
          <p:cNvPr id="39" name="">
            <a:extLst xmlns:a="http://schemas.openxmlformats.org/drawingml/2006/main">
              <a:ext uri="{FF2B5EF4-FFF2-40B4-BE49-F238E27FC236}">
                <a16:creationId xmlns:a16="http://schemas.microsoft.com/office/drawing/2014/main" id="{3D8DB1FA-74EB-4CD6-B060-3528AA4EC21C}"/>
              </a:ext>
            </a:extLst>
          </p:cNvPr>
          <p:cNvSpPr>
            <a:spLocks xmlns:a="http://schemas.openxmlformats.org/drawingml/2006/main" noGrp="1"/>
          </p:cNvSpPr>
          <p:nvPr/>
        </p:nvSpPr>
        <p:spPr>
          <a:xfrm xmlns:a="http://schemas.openxmlformats.org/drawingml/2006/main">
            <a:off x="3429000" y="4781550"/>
            <a:ext cx="36957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40" name="">
            <a:extLst xmlns:a="http://schemas.openxmlformats.org/drawingml/2006/main">
              <a:ext uri="{FF2B5EF4-FFF2-40B4-BE49-F238E27FC236}">
                <a16:creationId xmlns:a16="http://schemas.microsoft.com/office/drawing/2014/main" id="{9FA06D9D-599B-4FAD-A742-788A22FB0B8F}"/>
              </a:ext>
            </a:extLst>
          </p:cNvPr>
          <p:cNvSpPr>
            <a:spLocks xmlns:a="http://schemas.openxmlformats.org/drawingml/2006/main" noGrp="1"/>
          </p:cNvSpPr>
          <p:nvPr/>
        </p:nvSpPr>
        <p:spPr>
          <a:xfrm xmlns:a="http://schemas.openxmlformats.org/drawingml/2006/main">
            <a:off x="3552825" y="4905375"/>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Builds paths below test output</a:t>
            </a:r>
          </a:p>
        </p:txBody>
      </p:sp>
      <p:sp>
        <p:nvSpPr>
          <p:cNvPr id="41" name="">
            <a:extLst xmlns:a="http://schemas.openxmlformats.org/drawingml/2006/main">
              <a:ext uri="{FF2B5EF4-FFF2-40B4-BE49-F238E27FC236}">
                <a16:creationId xmlns:a16="http://schemas.microsoft.com/office/drawing/2014/main" id="{55B39C37-3EAB-4234-823C-4A66CB5E4874}"/>
              </a:ext>
            </a:extLst>
          </p:cNvPr>
          <p:cNvSpPr>
            <a:spLocks xmlns:a="http://schemas.openxmlformats.org/drawingml/2006/main" noGrp="1"/>
          </p:cNvSpPr>
          <p:nvPr/>
        </p:nvSpPr>
        <p:spPr>
          <a:xfrm xmlns:a="http://schemas.openxmlformats.org/drawingml/2006/main">
            <a:off x="7124700" y="4781550"/>
            <a:ext cx="4457700" cy="5619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42" name="">
            <a:extLst xmlns:a="http://schemas.openxmlformats.org/drawingml/2006/main">
              <a:ext uri="{FF2B5EF4-FFF2-40B4-BE49-F238E27FC236}">
                <a16:creationId xmlns:a16="http://schemas.microsoft.com/office/drawing/2014/main" id="{A003AA6F-3940-490B-919D-E5A337B01D99}"/>
              </a:ext>
            </a:extLst>
          </p:cNvPr>
          <p:cNvSpPr>
            <a:spLocks xmlns:a="http://schemas.openxmlformats.org/drawingml/2006/main" noGrp="1"/>
          </p:cNvSpPr>
          <p:nvPr/>
        </p:nvSpPr>
        <p:spPr>
          <a:xfrm xmlns:a="http://schemas.openxmlformats.org/drawingml/2006/main">
            <a:off x="7248525" y="4905375"/>
            <a:ext cx="421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Used by base and file test</a:t>
            </a:r>
          </a:p>
        </p:txBody>
      </p:sp>
      <p:sp>
        <p:nvSpPr>
          <p:cNvPr id="43" name="">
            <a:extLst xmlns:a="http://schemas.openxmlformats.org/drawingml/2006/main">
              <a:ext uri="{FF2B5EF4-FFF2-40B4-BE49-F238E27FC236}">
                <a16:creationId xmlns:a16="http://schemas.microsoft.com/office/drawing/2014/main" id="{6181B9F4-65BC-4417-BD3F-1509B9D99ED2}"/>
              </a:ext>
            </a:extLst>
          </p:cNvPr>
          <p:cNvSpPr>
            <a:spLocks xmlns:a="http://schemas.openxmlformats.org/drawingml/2006/main" noGrp="1"/>
          </p:cNvSpPr>
          <p:nvPr/>
        </p:nvSpPr>
        <p:spPr>
          <a:xfrm xmlns:a="http://schemas.openxmlformats.org/drawingml/2006/main">
            <a:off x="609600" y="5343525"/>
            <a:ext cx="28194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4" name="">
            <a:extLst xmlns:a="http://schemas.openxmlformats.org/drawingml/2006/main">
              <a:ext uri="{FF2B5EF4-FFF2-40B4-BE49-F238E27FC236}">
                <a16:creationId xmlns:a16="http://schemas.microsoft.com/office/drawing/2014/main" id="{C7B19DE7-5A46-4B22-B7B7-2F797537B8BF}"/>
              </a:ext>
            </a:extLst>
          </p:cNvPr>
          <p:cNvSpPr>
            <a:spLocks xmlns:a="http://schemas.openxmlformats.org/drawingml/2006/main" noGrp="1"/>
          </p:cNvSpPr>
          <p:nvPr/>
        </p:nvSpPr>
        <p:spPr>
          <a:xfrm xmlns:a="http://schemas.openxmlformats.org/drawingml/2006/main">
            <a:off x="733425" y="54673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00000"/>
                </a:solidFill>
              </a:defRPr>
            </a:pPr>
            <a:r>
              <a:rPr sz="1050" b="1">
                <a:solidFill>
                  <a:srgbClr val="000000"/>
                </a:solidFill>
              </a:rPr>
              <a:t>AdvancedFeatureLocators.cs</a:t>
            </a:r>
          </a:p>
        </p:txBody>
      </p:sp>
      <p:sp>
        <p:nvSpPr>
          <p:cNvPr id="45" name="">
            <a:extLst xmlns:a="http://schemas.openxmlformats.org/drawingml/2006/main">
              <a:ext uri="{FF2B5EF4-FFF2-40B4-BE49-F238E27FC236}">
                <a16:creationId xmlns:a16="http://schemas.microsoft.com/office/drawing/2014/main" id="{B8ECB704-B127-4E3B-9CB2-5DAE728909CD}"/>
              </a:ext>
            </a:extLst>
          </p:cNvPr>
          <p:cNvSpPr>
            <a:spLocks xmlns:a="http://schemas.openxmlformats.org/drawingml/2006/main" noGrp="1"/>
          </p:cNvSpPr>
          <p:nvPr/>
        </p:nvSpPr>
        <p:spPr>
          <a:xfrm xmlns:a="http://schemas.openxmlformats.org/drawingml/2006/main">
            <a:off x="3429000" y="5343525"/>
            <a:ext cx="36957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6" name="">
            <a:extLst xmlns:a="http://schemas.openxmlformats.org/drawingml/2006/main">
              <a:ext uri="{FF2B5EF4-FFF2-40B4-BE49-F238E27FC236}">
                <a16:creationId xmlns:a16="http://schemas.microsoft.com/office/drawing/2014/main" id="{3F51000B-3A11-4EDE-BCFA-06F3DEF0F6A4}"/>
              </a:ext>
            </a:extLst>
          </p:cNvPr>
          <p:cNvSpPr>
            <a:spLocks xmlns:a="http://schemas.openxmlformats.org/drawingml/2006/main" noGrp="1"/>
          </p:cNvSpPr>
          <p:nvPr/>
        </p:nvSpPr>
        <p:spPr>
          <a:xfrm xmlns:a="http://schemas.openxmlformats.org/drawingml/2006/main">
            <a:off x="3552825" y="5467350"/>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Stores all selectors and element IDs</a:t>
            </a:r>
          </a:p>
        </p:txBody>
      </p:sp>
      <p:sp>
        <p:nvSpPr>
          <p:cNvPr id="47" name="">
            <a:extLst xmlns:a="http://schemas.openxmlformats.org/drawingml/2006/main">
              <a:ext uri="{FF2B5EF4-FFF2-40B4-BE49-F238E27FC236}">
                <a16:creationId xmlns:a16="http://schemas.microsoft.com/office/drawing/2014/main" id="{C450CEAF-FA4A-4475-B179-40D1A79C75C8}"/>
              </a:ext>
            </a:extLst>
          </p:cNvPr>
          <p:cNvSpPr>
            <a:spLocks xmlns:a="http://schemas.openxmlformats.org/drawingml/2006/main" noGrp="1"/>
          </p:cNvSpPr>
          <p:nvPr/>
        </p:nvSpPr>
        <p:spPr>
          <a:xfrm xmlns:a="http://schemas.openxmlformats.org/drawingml/2006/main">
            <a:off x="7124700" y="5343525"/>
            <a:ext cx="44577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
            <a:extLst xmlns:a="http://schemas.openxmlformats.org/drawingml/2006/main">
              <a:ext uri="{FF2B5EF4-FFF2-40B4-BE49-F238E27FC236}">
                <a16:creationId xmlns:a16="http://schemas.microsoft.com/office/drawing/2014/main" id="{9DE49187-14E9-4630-AC45-787D41A55066}"/>
              </a:ext>
            </a:extLst>
          </p:cNvPr>
          <p:cNvSpPr>
            <a:spLocks xmlns:a="http://schemas.openxmlformats.org/drawingml/2006/main" noGrp="1"/>
          </p:cNvSpPr>
          <p:nvPr/>
        </p:nvSpPr>
        <p:spPr>
          <a:xfrm xmlns:a="http://schemas.openxmlformats.org/drawingml/2006/main">
            <a:off x="7248525" y="5467350"/>
            <a:ext cx="421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B6470"/>
                </a:solidFill>
              </a:defRPr>
            </a:pPr>
            <a:r>
              <a:rPr sz="975" b="0">
                <a:solidFill>
                  <a:srgbClr val="5B6470"/>
                </a:solidFill>
              </a:rPr>
              <a:t>Used by TestData and tests</a:t>
            </a:r>
          </a:p>
        </p:txBody>
      </p:sp>
    </p:spTree>
    <p:extLst>
      <p:ext uri="{BB962C8B-B14F-4D97-AF65-F5344CB8AC3E}">
        <p14:creationId xmlns:p14="http://schemas.microsoft.com/office/powerpoint/2010/main" val="328889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7D8C6B8-2B72-4F57-B196-3648E6F63AD5}"/>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77B14411-E6FE-4A5F-B336-0D9CD496C7CE}"/>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LIFECYCLE</a:t>
            </a:r>
          </a:p>
        </p:txBody>
      </p:sp>
      <p:sp>
        <p:nvSpPr>
          <p:cNvPr id="3" name="">
            <a:extLst xmlns:a="http://schemas.openxmlformats.org/drawingml/2006/main">
              <a:ext uri="{FF2B5EF4-FFF2-40B4-BE49-F238E27FC236}">
                <a16:creationId xmlns:a16="http://schemas.microsoft.com/office/drawing/2014/main" id="{B6AD7824-9647-41C8-8A27-23779EF3CAED}"/>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BrowserTestBase: setup and teardown only</a:t>
            </a:r>
          </a:p>
        </p:txBody>
      </p:sp>
      <p:sp>
        <p:nvSpPr>
          <p:cNvPr id="4" name="">
            <a:extLst xmlns:a="http://schemas.openxmlformats.org/drawingml/2006/main">
              <a:ext uri="{FF2B5EF4-FFF2-40B4-BE49-F238E27FC236}">
                <a16:creationId xmlns:a16="http://schemas.microsoft.com/office/drawing/2014/main" id="{DAA86719-3D28-4204-8F3F-349D385C8CC4}"/>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Specialized work is delegated to small helper classes</a:t>
            </a:r>
          </a:p>
        </p:txBody>
      </p:sp>
      <p:sp>
        <p:nvSpPr>
          <p:cNvPr id="5" name="">
            <a:extLst xmlns:a="http://schemas.openxmlformats.org/drawingml/2006/main">
              <a:ext uri="{FF2B5EF4-FFF2-40B4-BE49-F238E27FC236}">
                <a16:creationId xmlns:a16="http://schemas.microsoft.com/office/drawing/2014/main" id="{5F0026A4-7C6F-4C6F-B5A2-1C04139F95F9}"/>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54EFE184-88E2-4618-98A3-425B14D4E565}"/>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06</a:t>
            </a:r>
          </a:p>
        </p:txBody>
      </p:sp>
      <p:sp>
        <p:nvSpPr>
          <p:cNvPr id="7" name="">
            <a:extLst xmlns:a="http://schemas.openxmlformats.org/drawingml/2006/main">
              <a:ext uri="{FF2B5EF4-FFF2-40B4-BE49-F238E27FC236}">
                <a16:creationId xmlns:a16="http://schemas.microsoft.com/office/drawing/2014/main" id="{5C90CC9B-56FD-421A-9AAE-5DE653474554}"/>
              </a:ext>
            </a:extLst>
          </p:cNvPr>
          <p:cNvSpPr>
            <a:spLocks xmlns:a="http://schemas.openxmlformats.org/drawingml/2006/main" noGrp="1"/>
          </p:cNvSpPr>
          <p:nvPr/>
        </p:nvSpPr>
        <p:spPr>
          <a:xfrm xmlns:a="http://schemas.openxmlformats.org/drawingml/2006/main">
            <a:off x="609600" y="2133600"/>
            <a:ext cx="5143500" cy="3257550"/>
          </a:xfrm>
          <a:prstGeom xmlns:a="http://schemas.openxmlformats.org/drawingml/2006/main" prst="roundRect">
            <a:avLst>
              <a:gd name="adj" fmla="val 3509"/>
            </a:avLst>
          </a:prstGeom>
          <a:solidFill xmlns:a="http://schemas.openxmlformats.org/drawingml/2006/main">
            <a:srgbClr val="EAF4FF"/>
          </a:solidFill>
          <a:ln xmlns:a="http://schemas.openxmlformats.org/drawingml/2006/main" w="19050">
            <a:solidFill>
              <a:srgbClr val="3D8DFF"/>
            </a:solidFill>
            <a:prstDash val="solid"/>
          </a:ln>
        </p:spPr>
      </p:sp>
      <p:sp>
        <p:nvSpPr>
          <p:cNvPr id="8" name="">
            <a:extLst xmlns:a="http://schemas.openxmlformats.org/drawingml/2006/main">
              <a:ext uri="{FF2B5EF4-FFF2-40B4-BE49-F238E27FC236}">
                <a16:creationId xmlns:a16="http://schemas.microsoft.com/office/drawing/2014/main" id="{660FB3E3-CEBC-4E4B-98A3-C7B983112ABE}"/>
              </a:ext>
            </a:extLst>
          </p:cNvPr>
          <p:cNvSpPr>
            <a:spLocks xmlns:a="http://schemas.openxmlformats.org/drawingml/2006/main" noGrp="1"/>
          </p:cNvSpPr>
          <p:nvPr/>
        </p:nvSpPr>
        <p:spPr>
          <a:xfrm xmlns:a="http://schemas.openxmlformats.org/drawingml/2006/main">
            <a:off x="838200" y="2343150"/>
            <a:ext cx="10477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345CF741-E1DF-4F85-92C1-25B1CE13D73F}"/>
              </a:ext>
            </a:extLst>
          </p:cNvPr>
          <p:cNvSpPr>
            <a:spLocks xmlns:a="http://schemas.openxmlformats.org/drawingml/2006/main" noGrp="1"/>
          </p:cNvSpPr>
          <p:nvPr/>
        </p:nvSpPr>
        <p:spPr>
          <a:xfrm xmlns:a="http://schemas.openxmlformats.org/drawingml/2006/main">
            <a:off x="933450" y="23907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FFFFF"/>
                </a:solidFill>
              </a:defRPr>
            </a:pPr>
            <a:r>
              <a:rPr sz="900" b="1">
                <a:solidFill>
                  <a:srgbClr val="FFFFFF"/>
                </a:solidFill>
              </a:rPr>
              <a:t>[SetUp]</a:t>
            </a:r>
          </a:p>
        </p:txBody>
      </p:sp>
      <p:sp>
        <p:nvSpPr>
          <p:cNvPr id="10" name="">
            <a:extLst xmlns:a="http://schemas.openxmlformats.org/drawingml/2006/main">
              <a:ext uri="{FF2B5EF4-FFF2-40B4-BE49-F238E27FC236}">
                <a16:creationId xmlns:a16="http://schemas.microsoft.com/office/drawing/2014/main" id="{7EB2202D-6903-41B6-A29B-4F31A8A6F68C}"/>
              </a:ext>
            </a:extLst>
          </p:cNvPr>
          <p:cNvSpPr>
            <a:spLocks xmlns:a="http://schemas.openxmlformats.org/drawingml/2006/main" noGrp="1"/>
          </p:cNvSpPr>
          <p:nvPr/>
        </p:nvSpPr>
        <p:spPr>
          <a:xfrm xmlns:a="http://schemas.openxmlformats.org/drawingml/2006/main">
            <a:off x="876300" y="2857500"/>
            <a:ext cx="4572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1  Load validated settings</a:t>
            </a:r>
          </a:p>
          <a:p xmlns:a="http://schemas.openxmlformats.org/drawingml/2006/main">
            <a:pPr algn="l">
              <a:defRPr sz="1350" b="0">
                <a:solidFill>
                  <a:srgbClr val="000000"/>
                </a:solidFill>
              </a:defRPr>
            </a:pPr>
            <a:r>
              <a:rPr sz="1350" b="0">
                <a:solidFill>
                  <a:srgbClr val="000000"/>
                </a:solidFill>
              </a:rPr>
              <a:t>2  Create Playwright</a:t>
            </a:r>
          </a:p>
          <a:p xmlns:a="http://schemas.openxmlformats.org/drawingml/2006/main">
            <a:pPr algn="l">
              <a:defRPr sz="1350" b="0">
                <a:solidFill>
                  <a:srgbClr val="000000"/>
                </a:solidFill>
              </a:defRPr>
            </a:pPr>
            <a:r>
              <a:rPr sz="1350" b="0">
                <a:solidFill>
                  <a:srgbClr val="000000"/>
                </a:solidFill>
              </a:rPr>
              <a:t>3  BrowserFactory launches browser</a:t>
            </a:r>
          </a:p>
          <a:p xmlns:a="http://schemas.openxmlformats.org/drawingml/2006/main">
            <a:pPr algn="l">
              <a:defRPr sz="1350" b="0">
                <a:solidFill>
                  <a:srgbClr val="000000"/>
                </a:solidFill>
              </a:defRPr>
            </a:pPr>
            <a:r>
              <a:rPr sz="1350" b="0">
                <a:solidFill>
                  <a:srgbClr val="000000"/>
                </a:solidFill>
              </a:rPr>
              <a:t>4  TestPaths creates evidence folder</a:t>
            </a:r>
          </a:p>
          <a:p xmlns:a="http://schemas.openxmlformats.org/drawingml/2006/main">
            <a:pPr algn="l">
              <a:defRPr sz="1350" b="0">
                <a:solidFill>
                  <a:srgbClr val="000000"/>
                </a:solidFill>
              </a:defRPr>
            </a:pPr>
            <a:r>
              <a:rPr sz="1350" b="0">
                <a:solidFill>
                  <a:srgbClr val="000000"/>
                </a:solidFill>
              </a:rPr>
              <a:t>5  Create context with viewport + video</a:t>
            </a:r>
          </a:p>
          <a:p xmlns:a="http://schemas.openxmlformats.org/drawingml/2006/main">
            <a:pPr algn="l">
              <a:defRPr sz="1350" b="0">
                <a:solidFill>
                  <a:srgbClr val="000000"/>
                </a:solidFill>
              </a:defRPr>
            </a:pPr>
            <a:r>
              <a:rPr sz="1350" b="0">
                <a:solidFill>
                  <a:srgbClr val="000000"/>
                </a:solidFill>
              </a:rPr>
              <a:t>6  Apply timeout and start trace</a:t>
            </a:r>
          </a:p>
          <a:p xmlns:a="http://schemas.openxmlformats.org/drawingml/2006/main">
            <a:pPr algn="l">
              <a:defRPr sz="1350" b="0">
                <a:solidFill>
                  <a:srgbClr val="000000"/>
                </a:solidFill>
              </a:defRPr>
            </a:pPr>
            <a:r>
              <a:rPr sz="1350" b="0">
                <a:solidFill>
                  <a:srgbClr val="000000"/>
                </a:solidFill>
              </a:rPr>
              <a:t>7  Create a fresh page</a:t>
            </a:r>
          </a:p>
        </p:txBody>
      </p:sp>
      <p:sp>
        <p:nvSpPr>
          <p:cNvPr id="11" name="">
            <a:extLst xmlns:a="http://schemas.openxmlformats.org/drawingml/2006/main">
              <a:ext uri="{FF2B5EF4-FFF2-40B4-BE49-F238E27FC236}">
                <a16:creationId xmlns:a16="http://schemas.microsoft.com/office/drawing/2014/main" id="{229644B4-EE92-48C5-B9DB-88D83D89B0F3}"/>
              </a:ext>
            </a:extLst>
          </p:cNvPr>
          <p:cNvSpPr>
            <a:spLocks xmlns:a="http://schemas.openxmlformats.org/drawingml/2006/main" noGrp="1"/>
          </p:cNvSpPr>
          <p:nvPr/>
        </p:nvSpPr>
        <p:spPr>
          <a:xfrm xmlns:a="http://schemas.openxmlformats.org/drawingml/2006/main">
            <a:off x="6438900" y="2133600"/>
            <a:ext cx="5143500" cy="3257550"/>
          </a:xfrm>
          <a:prstGeom xmlns:a="http://schemas.openxmlformats.org/drawingml/2006/main" prst="roundRect">
            <a:avLst>
              <a:gd name="adj" fmla="val 3509"/>
            </a:avLst>
          </a:prstGeom>
          <a:solidFill xmlns:a="http://schemas.openxmlformats.org/drawingml/2006/main">
            <a:srgbClr val="F7F8FA"/>
          </a:solidFill>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6AC36C63-E7AD-47AF-8570-7658B60B5AA4}"/>
              </a:ext>
            </a:extLst>
          </p:cNvPr>
          <p:cNvSpPr>
            <a:spLocks xmlns:a="http://schemas.openxmlformats.org/drawingml/2006/main" noGrp="1"/>
          </p:cNvSpPr>
          <p:nvPr/>
        </p:nvSpPr>
        <p:spPr>
          <a:xfrm xmlns:a="http://schemas.openxmlformats.org/drawingml/2006/main">
            <a:off x="6667500" y="2343150"/>
            <a:ext cx="1257300" cy="285750"/>
          </a:xfrm>
          <a:prstGeom xmlns:a="http://schemas.openxmlformats.org/drawingml/2006/main" prst="roundRect">
            <a:avLst>
              <a:gd name="adj" fmla="val 4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10313BF-5F1B-4200-8475-4CB6C6ABF04A}"/>
              </a:ext>
            </a:extLst>
          </p:cNvPr>
          <p:cNvSpPr>
            <a:spLocks xmlns:a="http://schemas.openxmlformats.org/drawingml/2006/main" noGrp="1"/>
          </p:cNvSpPr>
          <p:nvPr/>
        </p:nvSpPr>
        <p:spPr>
          <a:xfrm xmlns:a="http://schemas.openxmlformats.org/drawingml/2006/main">
            <a:off x="6762750" y="2390775"/>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FFFFF"/>
                </a:solidFill>
              </a:defRPr>
            </a:pPr>
            <a:r>
              <a:rPr sz="900" b="1">
                <a:solidFill>
                  <a:srgbClr val="FFFFFF"/>
                </a:solidFill>
              </a:rPr>
              <a:t>[TearDown]</a:t>
            </a:r>
          </a:p>
        </p:txBody>
      </p:sp>
      <p:sp>
        <p:nvSpPr>
          <p:cNvPr id="14" name="">
            <a:extLst xmlns:a="http://schemas.openxmlformats.org/drawingml/2006/main">
              <a:ext uri="{FF2B5EF4-FFF2-40B4-BE49-F238E27FC236}">
                <a16:creationId xmlns:a16="http://schemas.microsoft.com/office/drawing/2014/main" id="{29F8B1E2-87BD-4BD2-9C86-9A4E82290046}"/>
              </a:ext>
            </a:extLst>
          </p:cNvPr>
          <p:cNvSpPr>
            <a:spLocks xmlns:a="http://schemas.openxmlformats.org/drawingml/2006/main" noGrp="1"/>
          </p:cNvSpPr>
          <p:nvPr/>
        </p:nvSpPr>
        <p:spPr>
          <a:xfrm xmlns:a="http://schemas.openxmlformats.org/drawingml/2006/main">
            <a:off x="6705600" y="285750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1  Remember page video</a:t>
            </a:r>
          </a:p>
          <a:p xmlns:a="http://schemas.openxmlformats.org/drawingml/2006/main">
            <a:pPr algn="l">
              <a:defRPr sz="1350" b="0">
                <a:solidFill>
                  <a:srgbClr val="000000"/>
                </a:solidFill>
              </a:defRPr>
            </a:pPr>
            <a:r>
              <a:rPr sz="1350" b="0">
                <a:solidFill>
                  <a:srgbClr val="000000"/>
                </a:solidFill>
              </a:rPr>
              <a:t>2  TestEvidence captures result</a:t>
            </a:r>
          </a:p>
          <a:p xmlns:a="http://schemas.openxmlformats.org/drawingml/2006/main">
            <a:pPr algn="l">
              <a:defRPr sz="1350" b="0">
                <a:solidFill>
                  <a:srgbClr val="000000"/>
                </a:solidFill>
              </a:defRPr>
            </a:pPr>
            <a:r>
              <a:rPr sz="1350" b="0">
                <a:solidFill>
                  <a:srgbClr val="000000"/>
                </a:solidFill>
              </a:rPr>
              <a:t>3  Close browser context</a:t>
            </a:r>
          </a:p>
          <a:p xmlns:a="http://schemas.openxmlformats.org/drawingml/2006/main">
            <a:pPr algn="l">
              <a:defRPr sz="1350" b="0">
                <a:solidFill>
                  <a:srgbClr val="000000"/>
                </a:solidFill>
              </a:defRPr>
            </a:pPr>
            <a:r>
              <a:rPr sz="1350" b="0">
                <a:solidFill>
                  <a:srgbClr val="000000"/>
                </a:solidFill>
              </a:rPr>
              <a:t>4  Attach video if produced</a:t>
            </a:r>
          </a:p>
          <a:p xmlns:a="http://schemas.openxmlformats.org/drawingml/2006/main">
            <a:pPr algn="l">
              <a:defRPr sz="1350" b="0">
                <a:solidFill>
                  <a:srgbClr val="000000"/>
                </a:solidFill>
              </a:defRPr>
            </a:pPr>
            <a:r>
              <a:rPr sz="1350" b="0">
                <a:solidFill>
                  <a:srgbClr val="000000"/>
                </a:solidFill>
              </a:rPr>
              <a:t>5  Close browser</a:t>
            </a:r>
          </a:p>
          <a:p xmlns:a="http://schemas.openxmlformats.org/drawingml/2006/main">
            <a:pPr algn="l">
              <a:defRPr sz="1350" b="0">
                <a:solidFill>
                  <a:srgbClr val="000000"/>
                </a:solidFill>
              </a:defRPr>
            </a:pPr>
            <a:r>
              <a:rPr sz="1350" b="0">
                <a:solidFill>
                  <a:srgbClr val="000000"/>
                </a:solidFill>
              </a:rPr>
              <a:t>6  Dispose Playwright</a:t>
            </a:r>
          </a:p>
        </p:txBody>
      </p:sp>
      <p:sp>
        <p:nvSpPr>
          <p:cNvPr id="15" name="">
            <a:extLst xmlns:a="http://schemas.openxmlformats.org/drawingml/2006/main">
              <a:ext uri="{FF2B5EF4-FFF2-40B4-BE49-F238E27FC236}">
                <a16:creationId xmlns:a16="http://schemas.microsoft.com/office/drawing/2014/main" id="{B71F9664-68D1-49A1-80B2-3C9DD76B487E}"/>
              </a:ext>
            </a:extLst>
          </p:cNvPr>
          <p:cNvSpPr>
            <a:spLocks xmlns:a="http://schemas.openxmlformats.org/drawingml/2006/main" noGrp="1"/>
          </p:cNvSpPr>
          <p:nvPr/>
        </p:nvSpPr>
        <p:spPr>
          <a:xfrm xmlns:a="http://schemas.openxmlformats.org/drawingml/2006/main">
            <a:off x="609600" y="5638800"/>
            <a:ext cx="10972800" cy="514350"/>
          </a:xfrm>
          <a:prstGeom xmlns:a="http://schemas.openxmlformats.org/drawingml/2006/main" prst="roundRect">
            <a:avLst>
              <a:gd name="adj" fmla="val 22222"/>
            </a:avLst>
          </a:prstGeom>
          <a:solidFill xmlns:a="http://schemas.openxmlformats.org/drawingml/2006/main">
            <a:srgbClr val="E9F7F0"/>
          </a:solidFill>
          <a:ln xmlns:a="http://schemas.openxmlformats.org/drawingml/2006/main" w="9525">
            <a:solidFill>
              <a:srgbClr val="178A5B"/>
            </a:solidFill>
            <a:prstDash val="solid"/>
          </a:ln>
        </p:spPr>
      </p:sp>
      <p:sp>
        <p:nvSpPr>
          <p:cNvPr id="16" name="">
            <a:extLst xmlns:a="http://schemas.openxmlformats.org/drawingml/2006/main">
              <a:ext uri="{FF2B5EF4-FFF2-40B4-BE49-F238E27FC236}">
                <a16:creationId xmlns:a16="http://schemas.microsoft.com/office/drawing/2014/main" id="{902B32CB-CCCC-484E-851F-8563F33C94DD}"/>
              </a:ext>
            </a:extLst>
          </p:cNvPr>
          <p:cNvSpPr>
            <a:spLocks xmlns:a="http://schemas.openxmlformats.org/drawingml/2006/main" noGrp="1"/>
          </p:cNvSpPr>
          <p:nvPr/>
        </p:nvSpPr>
        <p:spPr>
          <a:xfrm xmlns:a="http://schemas.openxmlformats.org/drawingml/2006/main">
            <a:off x="819150" y="5791200"/>
            <a:ext cx="1055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8A5B"/>
                </a:solidFill>
              </a:defRPr>
            </a:pPr>
            <a:r>
              <a:rPr sz="1275" b="1">
                <a:solidFill>
                  <a:srgbClr val="178A5B"/>
                </a:solidFill>
              </a:rPr>
              <a:t>Guarantee: every NUnit case gets an isolated browser/context/page and cleanup still runs through finally.</a:t>
            </a:r>
          </a:p>
        </p:txBody>
      </p:sp>
    </p:spTree>
    <p:extLst>
      <p:ext uri="{BB962C8B-B14F-4D97-AF65-F5344CB8AC3E}">
        <p14:creationId xmlns:p14="http://schemas.microsoft.com/office/powerpoint/2010/main" val="16042831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7DE28A3-AA5D-44A0-8FD2-CF0F07431916}"/>
              </a:ext>
            </a:extLst>
          </p:cNvPr>
          <p:cNvSpPr>
            <a:spLocks xmlns:a="http://schemas.openxmlformats.org/drawingml/2006/main" noGrp="1"/>
          </p:cNvSpPr>
          <p:nvPr/>
        </p:nvSpPr>
        <p:spPr>
          <a:xfrm xmlns:a="http://schemas.openxmlformats.org/drawingml/2006/main">
            <a:off x="609600" y="400050"/>
            <a:ext cx="1571625"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2633C13C-7890-4904-9A4E-9D5E2F6EEC7A}"/>
              </a:ext>
            </a:extLst>
          </p:cNvPr>
          <p:cNvSpPr>
            <a:spLocks xmlns:a="http://schemas.openxmlformats.org/drawingml/2006/main" noGrp="1"/>
          </p:cNvSpPr>
          <p:nvPr/>
        </p:nvSpPr>
        <p:spPr>
          <a:xfrm xmlns:a="http://schemas.openxmlformats.org/drawingml/2006/main">
            <a:off x="704850" y="447675"/>
            <a:ext cx="138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MAINTAINABILITY</a:t>
            </a:r>
          </a:p>
        </p:txBody>
      </p:sp>
      <p:sp>
        <p:nvSpPr>
          <p:cNvPr id="3" name="">
            <a:extLst xmlns:a="http://schemas.openxmlformats.org/drawingml/2006/main">
              <a:ext uri="{FF2B5EF4-FFF2-40B4-BE49-F238E27FC236}">
                <a16:creationId xmlns:a16="http://schemas.microsoft.com/office/drawing/2014/main" id="{52237E5E-0F41-49BC-B6DF-824FC85AE664}"/>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No repeated selectors or changeable test values</a:t>
            </a:r>
          </a:p>
        </p:txBody>
      </p:sp>
      <p:sp>
        <p:nvSpPr>
          <p:cNvPr id="4" name="">
            <a:extLst xmlns:a="http://schemas.openxmlformats.org/drawingml/2006/main">
              <a:ext uri="{FF2B5EF4-FFF2-40B4-BE49-F238E27FC236}">
                <a16:creationId xmlns:a16="http://schemas.microsoft.com/office/drawing/2014/main" id="{87C81398-D2C3-426C-A7A9-6FBCAAC7C258}"/>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Tests express behavior; support files own selectors, data, assets, and configuration</a:t>
            </a:r>
          </a:p>
        </p:txBody>
      </p:sp>
      <p:sp>
        <p:nvSpPr>
          <p:cNvPr id="5" name="">
            <a:extLst xmlns:a="http://schemas.openxmlformats.org/drawingml/2006/main">
              <a:ext uri="{FF2B5EF4-FFF2-40B4-BE49-F238E27FC236}">
                <a16:creationId xmlns:a16="http://schemas.microsoft.com/office/drawing/2014/main" id="{3A0F0CC5-9E6B-4CD6-B7E7-4759A0C7F8CF}"/>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2198294D-7936-4CD3-81AF-2F6D0BD01736}"/>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07</a:t>
            </a:r>
          </a:p>
        </p:txBody>
      </p:sp>
      <p:sp>
        <p:nvSpPr>
          <p:cNvPr id="7" name="">
            <a:extLst xmlns:a="http://schemas.openxmlformats.org/drawingml/2006/main">
              <a:ext uri="{FF2B5EF4-FFF2-40B4-BE49-F238E27FC236}">
                <a16:creationId xmlns:a16="http://schemas.microsoft.com/office/drawing/2014/main" id="{C4CE9335-47BF-490D-B877-3E2309DEE717}"/>
              </a:ext>
            </a:extLst>
          </p:cNvPr>
          <p:cNvSpPr>
            <a:spLocks xmlns:a="http://schemas.openxmlformats.org/drawingml/2006/main" noGrp="1"/>
          </p:cNvSpPr>
          <p:nvPr/>
        </p:nvSpPr>
        <p:spPr>
          <a:xfrm xmlns:a="http://schemas.openxmlformats.org/drawingml/2006/main">
            <a:off x="609600" y="2114550"/>
            <a:ext cx="10972800" cy="723900"/>
          </a:xfrm>
          <a:prstGeom xmlns:a="http://schemas.openxmlformats.org/drawingml/2006/main" prst="roundRect">
            <a:avLst>
              <a:gd name="adj" fmla="val 15789"/>
            </a:avLst>
          </a:prstGeom>
          <a:solidFill xmlns:a="http://schemas.openxmlformats.org/drawingml/2006/main">
            <a:srgbClr val="F7F8FA"/>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3136D44F-152F-4310-9172-C25D6A11B7D5}"/>
              </a:ext>
            </a:extLst>
          </p:cNvPr>
          <p:cNvSpPr>
            <a:spLocks xmlns:a="http://schemas.openxmlformats.org/drawingml/2006/main" noGrp="1"/>
          </p:cNvSpPr>
          <p:nvPr/>
        </p:nvSpPr>
        <p:spPr>
          <a:xfrm xmlns:a="http://schemas.openxmlformats.org/drawingml/2006/main">
            <a:off x="838200" y="23050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D8DFF"/>
                </a:solidFill>
              </a:defRPr>
            </a:pPr>
            <a:r>
              <a:rPr sz="1350" b="1">
                <a:solidFill>
                  <a:srgbClr val="3D8DFF"/>
                </a:solidFill>
              </a:rPr>
              <a:t>Selectors</a:t>
            </a:r>
          </a:p>
        </p:txBody>
      </p:sp>
      <p:sp>
        <p:nvSpPr>
          <p:cNvPr id="9" name="">
            <a:extLst xmlns:a="http://schemas.openxmlformats.org/drawingml/2006/main">
              <a:ext uri="{FF2B5EF4-FFF2-40B4-BE49-F238E27FC236}">
                <a16:creationId xmlns:a16="http://schemas.microsoft.com/office/drawing/2014/main" id="{1E1F5A76-8531-4C0A-8112-C9A09FACCA1E}"/>
              </a:ext>
            </a:extLst>
          </p:cNvPr>
          <p:cNvSpPr>
            <a:spLocks xmlns:a="http://schemas.openxmlformats.org/drawingml/2006/main" noGrp="1"/>
          </p:cNvSpPr>
          <p:nvPr/>
        </p:nvSpPr>
        <p:spPr>
          <a:xfrm xmlns:a="http://schemas.openxmlformats.org/drawingml/2006/main">
            <a:off x="2857500" y="23050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00000"/>
                </a:solidFill>
              </a:defRPr>
            </a:pPr>
            <a:r>
              <a:rPr sz="1275" b="1">
                <a:solidFill>
                  <a:srgbClr val="000000"/>
                </a:solidFill>
              </a:rPr>
              <a:t>Locators/AdvancedFeatureLocators.cs</a:t>
            </a:r>
          </a:p>
        </p:txBody>
      </p:sp>
      <p:sp>
        <p:nvSpPr>
          <p:cNvPr id="10" name="">
            <a:extLst xmlns:a="http://schemas.openxmlformats.org/drawingml/2006/main">
              <a:ext uri="{FF2B5EF4-FFF2-40B4-BE49-F238E27FC236}">
                <a16:creationId xmlns:a16="http://schemas.microsoft.com/office/drawing/2014/main" id="{575710CA-70E3-432A-8E83-1E7A979EC4BB}"/>
              </a:ext>
            </a:extLst>
          </p:cNvPr>
          <p:cNvSpPr>
            <a:spLocks xmlns:a="http://schemas.openxmlformats.org/drawingml/2006/main" noGrp="1"/>
          </p:cNvSpPr>
          <p:nvPr/>
        </p:nvSpPr>
        <p:spPr>
          <a:xfrm xmlns:a="http://schemas.openxmlformats.org/drawingml/2006/main">
            <a:off x="6819900" y="23050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#file-input, #lesson-frame, #product-name</a:t>
            </a:r>
          </a:p>
        </p:txBody>
      </p:sp>
      <p:sp>
        <p:nvSpPr>
          <p:cNvPr id="11" name="">
            <a:extLst xmlns:a="http://schemas.openxmlformats.org/drawingml/2006/main">
              <a:ext uri="{FF2B5EF4-FFF2-40B4-BE49-F238E27FC236}">
                <a16:creationId xmlns:a16="http://schemas.microsoft.com/office/drawing/2014/main" id="{2B764C17-8001-4252-8856-3904E4D5311D}"/>
              </a:ext>
            </a:extLst>
          </p:cNvPr>
          <p:cNvSpPr>
            <a:spLocks xmlns:a="http://schemas.openxmlformats.org/drawingml/2006/main" noGrp="1"/>
          </p:cNvSpPr>
          <p:nvPr/>
        </p:nvSpPr>
        <p:spPr>
          <a:xfrm xmlns:a="http://schemas.openxmlformats.org/drawingml/2006/main">
            <a:off x="609600" y="2990850"/>
            <a:ext cx="109728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EC4EFA63-C1E1-4963-9AEC-4BBFCD521D3F}"/>
              </a:ext>
            </a:extLst>
          </p:cNvPr>
          <p:cNvSpPr>
            <a:spLocks xmlns:a="http://schemas.openxmlformats.org/drawingml/2006/main" noGrp="1"/>
          </p:cNvSpPr>
          <p:nvPr/>
        </p:nvSpPr>
        <p:spPr>
          <a:xfrm xmlns:a="http://schemas.openxmlformats.org/drawingml/2006/main">
            <a:off x="838200" y="31813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D8DFF"/>
                </a:solidFill>
              </a:defRPr>
            </a:pPr>
            <a:r>
              <a:rPr sz="1350" b="1">
                <a:solidFill>
                  <a:srgbClr val="3D8DFF"/>
                </a:solidFill>
              </a:rPr>
              <a:t>Scenario data</a:t>
            </a:r>
          </a:p>
        </p:txBody>
      </p:sp>
      <p:sp>
        <p:nvSpPr>
          <p:cNvPr id="13" name="">
            <a:extLst xmlns:a="http://schemas.openxmlformats.org/drawingml/2006/main">
              <a:ext uri="{FF2B5EF4-FFF2-40B4-BE49-F238E27FC236}">
                <a16:creationId xmlns:a16="http://schemas.microsoft.com/office/drawing/2014/main" id="{A6D02C9A-60C7-4954-A919-AA36FF80D628}"/>
              </a:ext>
            </a:extLst>
          </p:cNvPr>
          <p:cNvSpPr>
            <a:spLocks xmlns:a="http://schemas.openxmlformats.org/drawingml/2006/main" noGrp="1"/>
          </p:cNvSpPr>
          <p:nvPr/>
        </p:nvSpPr>
        <p:spPr>
          <a:xfrm xmlns:a="http://schemas.openxmlformats.org/drawingml/2006/main">
            <a:off x="2857500" y="31813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00000"/>
                </a:solidFill>
              </a:defRPr>
            </a:pPr>
            <a:r>
              <a:rPr sz="1275" b="1">
                <a:solidFill>
                  <a:srgbClr val="000000"/>
                </a:solidFill>
              </a:rPr>
              <a:t>TestData/*.cs</a:t>
            </a:r>
          </a:p>
        </p:txBody>
      </p:sp>
      <p:sp>
        <p:nvSpPr>
          <p:cNvPr id="14" name="">
            <a:extLst xmlns:a="http://schemas.openxmlformats.org/drawingml/2006/main">
              <a:ext uri="{FF2B5EF4-FFF2-40B4-BE49-F238E27FC236}">
                <a16:creationId xmlns:a16="http://schemas.microsoft.com/office/drawing/2014/main" id="{2A37146C-4C18-416A-B9A9-A1318C2A383D}"/>
              </a:ext>
            </a:extLst>
          </p:cNvPr>
          <p:cNvSpPr>
            <a:spLocks xmlns:a="http://schemas.openxmlformats.org/drawingml/2006/main" noGrp="1"/>
          </p:cNvSpPr>
          <p:nvPr/>
        </p:nvSpPr>
        <p:spPr>
          <a:xfrm xmlns:a="http://schemas.openxmlformats.org/drawingml/2006/main">
            <a:off x="6819900" y="31813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HTML, expected text, filenames, mock JSON</a:t>
            </a:r>
          </a:p>
        </p:txBody>
      </p:sp>
      <p:sp>
        <p:nvSpPr>
          <p:cNvPr id="15" name="">
            <a:extLst xmlns:a="http://schemas.openxmlformats.org/drawingml/2006/main">
              <a:ext uri="{FF2B5EF4-FFF2-40B4-BE49-F238E27FC236}">
                <a16:creationId xmlns:a16="http://schemas.microsoft.com/office/drawing/2014/main" id="{31BC5F1A-DC87-4FA5-9E4A-22A051DAB3B7}"/>
              </a:ext>
            </a:extLst>
          </p:cNvPr>
          <p:cNvSpPr>
            <a:spLocks xmlns:a="http://schemas.openxmlformats.org/drawingml/2006/main" noGrp="1"/>
          </p:cNvSpPr>
          <p:nvPr/>
        </p:nvSpPr>
        <p:spPr>
          <a:xfrm xmlns:a="http://schemas.openxmlformats.org/drawingml/2006/main">
            <a:off x="609600" y="3867150"/>
            <a:ext cx="10972800" cy="723900"/>
          </a:xfrm>
          <a:prstGeom xmlns:a="http://schemas.openxmlformats.org/drawingml/2006/main" prst="roundRect">
            <a:avLst>
              <a:gd name="adj" fmla="val 15789"/>
            </a:avLst>
          </a:prstGeom>
          <a:solidFill xmlns:a="http://schemas.openxmlformats.org/drawingml/2006/main">
            <a:srgbClr val="F7F8FA"/>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6A0171D-54FF-496B-BA1C-7ED12F19CAF6}"/>
              </a:ext>
            </a:extLst>
          </p:cNvPr>
          <p:cNvSpPr>
            <a:spLocks xmlns:a="http://schemas.openxmlformats.org/drawingml/2006/main" noGrp="1"/>
          </p:cNvSpPr>
          <p:nvPr/>
        </p:nvSpPr>
        <p:spPr>
          <a:xfrm xmlns:a="http://schemas.openxmlformats.org/drawingml/2006/main">
            <a:off x="838200" y="40576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D8DFF"/>
                </a:solidFill>
              </a:defRPr>
            </a:pPr>
            <a:r>
              <a:rPr sz="1350" b="1">
                <a:solidFill>
                  <a:srgbClr val="3D8DFF"/>
                </a:solidFill>
              </a:rPr>
              <a:t>Runtime options</a:t>
            </a:r>
          </a:p>
        </p:txBody>
      </p:sp>
      <p:sp>
        <p:nvSpPr>
          <p:cNvPr id="17" name="">
            <a:extLst xmlns:a="http://schemas.openxmlformats.org/drawingml/2006/main">
              <a:ext uri="{FF2B5EF4-FFF2-40B4-BE49-F238E27FC236}">
                <a16:creationId xmlns:a16="http://schemas.microsoft.com/office/drawing/2014/main" id="{C041924A-A9F2-41B6-B781-430A2CAA35E8}"/>
              </a:ext>
            </a:extLst>
          </p:cNvPr>
          <p:cNvSpPr>
            <a:spLocks xmlns:a="http://schemas.openxmlformats.org/drawingml/2006/main" noGrp="1"/>
          </p:cNvSpPr>
          <p:nvPr/>
        </p:nvSpPr>
        <p:spPr>
          <a:xfrm xmlns:a="http://schemas.openxmlformats.org/drawingml/2006/main">
            <a:off x="2857500" y="40576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00000"/>
                </a:solidFill>
              </a:defRPr>
            </a:pPr>
            <a:r>
              <a:rPr sz="1275" b="1">
                <a:solidFill>
                  <a:srgbClr val="000000"/>
                </a:solidFill>
              </a:rPr>
              <a:t>appsettings.json</a:t>
            </a:r>
          </a:p>
        </p:txBody>
      </p:sp>
      <p:sp>
        <p:nvSpPr>
          <p:cNvPr id="18" name="">
            <a:extLst xmlns:a="http://schemas.openxmlformats.org/drawingml/2006/main">
              <a:ext uri="{FF2B5EF4-FFF2-40B4-BE49-F238E27FC236}">
                <a16:creationId xmlns:a16="http://schemas.microsoft.com/office/drawing/2014/main" id="{A795B86C-23D4-4061-A6B9-C510A7761383}"/>
              </a:ext>
            </a:extLst>
          </p:cNvPr>
          <p:cNvSpPr>
            <a:spLocks xmlns:a="http://schemas.openxmlformats.org/drawingml/2006/main" noGrp="1"/>
          </p:cNvSpPr>
          <p:nvPr/>
        </p:nvSpPr>
        <p:spPr>
          <a:xfrm xmlns:a="http://schemas.openxmlformats.org/drawingml/2006/main">
            <a:off x="6819900" y="40576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browser, timeout, viewport, evidence flags</a:t>
            </a:r>
          </a:p>
        </p:txBody>
      </p:sp>
      <p:sp>
        <p:nvSpPr>
          <p:cNvPr id="19" name="">
            <a:extLst xmlns:a="http://schemas.openxmlformats.org/drawingml/2006/main">
              <a:ext uri="{FF2B5EF4-FFF2-40B4-BE49-F238E27FC236}">
                <a16:creationId xmlns:a16="http://schemas.microsoft.com/office/drawing/2014/main" id="{BDE07CF5-648E-4096-81E6-0E2EABBB072B}"/>
              </a:ext>
            </a:extLst>
          </p:cNvPr>
          <p:cNvSpPr>
            <a:spLocks xmlns:a="http://schemas.openxmlformats.org/drawingml/2006/main" noGrp="1"/>
          </p:cNvSpPr>
          <p:nvPr/>
        </p:nvSpPr>
        <p:spPr>
          <a:xfrm xmlns:a="http://schemas.openxmlformats.org/drawingml/2006/main">
            <a:off x="609600" y="4743450"/>
            <a:ext cx="109728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AA697D47-B0E4-4E66-B1BB-151DAC4ABE41}"/>
              </a:ext>
            </a:extLst>
          </p:cNvPr>
          <p:cNvSpPr>
            <a:spLocks xmlns:a="http://schemas.openxmlformats.org/drawingml/2006/main" noGrp="1"/>
          </p:cNvSpPr>
          <p:nvPr/>
        </p:nvSpPr>
        <p:spPr>
          <a:xfrm xmlns:a="http://schemas.openxmlformats.org/drawingml/2006/main">
            <a:off x="838200" y="49339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D8DFF"/>
                </a:solidFill>
              </a:defRPr>
            </a:pPr>
            <a:r>
              <a:rPr sz="1350" b="1">
                <a:solidFill>
                  <a:srgbClr val="3D8DFF"/>
                </a:solidFill>
              </a:rPr>
              <a:t>Physical input</a:t>
            </a:r>
          </a:p>
        </p:txBody>
      </p:sp>
      <p:sp>
        <p:nvSpPr>
          <p:cNvPr id="21" name="">
            <a:extLst xmlns:a="http://schemas.openxmlformats.org/drawingml/2006/main">
              <a:ext uri="{FF2B5EF4-FFF2-40B4-BE49-F238E27FC236}">
                <a16:creationId xmlns:a16="http://schemas.microsoft.com/office/drawing/2014/main" id="{5C7467FB-4747-42B8-B8E0-99EB9A081E8B}"/>
              </a:ext>
            </a:extLst>
          </p:cNvPr>
          <p:cNvSpPr>
            <a:spLocks xmlns:a="http://schemas.openxmlformats.org/drawingml/2006/main" noGrp="1"/>
          </p:cNvSpPr>
          <p:nvPr/>
        </p:nvSpPr>
        <p:spPr>
          <a:xfrm xmlns:a="http://schemas.openxmlformats.org/drawingml/2006/main">
            <a:off x="2857500" y="49339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00000"/>
                </a:solidFill>
              </a:defRPr>
            </a:pPr>
            <a:r>
              <a:rPr sz="1275" b="1">
                <a:solidFill>
                  <a:srgbClr val="000000"/>
                </a:solidFill>
              </a:rPr>
              <a:t>TestAssets/upload-sample.txt</a:t>
            </a:r>
          </a:p>
        </p:txBody>
      </p:sp>
      <p:sp>
        <p:nvSpPr>
          <p:cNvPr id="22" name="">
            <a:extLst xmlns:a="http://schemas.openxmlformats.org/drawingml/2006/main">
              <a:ext uri="{FF2B5EF4-FFF2-40B4-BE49-F238E27FC236}">
                <a16:creationId xmlns:a16="http://schemas.microsoft.com/office/drawing/2014/main" id="{9CFC7A69-E7EF-40F1-B6B0-B23E447CC54B}"/>
              </a:ext>
            </a:extLst>
          </p:cNvPr>
          <p:cNvSpPr>
            <a:spLocks xmlns:a="http://schemas.openxmlformats.org/drawingml/2006/main" noGrp="1"/>
          </p:cNvSpPr>
          <p:nvPr/>
        </p:nvSpPr>
        <p:spPr>
          <a:xfrm xmlns:a="http://schemas.openxmlformats.org/drawingml/2006/main">
            <a:off x="6819900" y="49339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Upload file copied into test output</a:t>
            </a:r>
          </a:p>
        </p:txBody>
      </p:sp>
      <p:sp>
        <p:nvSpPr>
          <p:cNvPr id="23" name="">
            <a:extLst xmlns:a="http://schemas.openxmlformats.org/drawingml/2006/main">
              <a:ext uri="{FF2B5EF4-FFF2-40B4-BE49-F238E27FC236}">
                <a16:creationId xmlns:a16="http://schemas.microsoft.com/office/drawing/2014/main" id="{9C36E372-1877-4A07-8ED7-1D8780AA8771}"/>
              </a:ext>
            </a:extLst>
          </p:cNvPr>
          <p:cNvSpPr>
            <a:spLocks xmlns:a="http://schemas.openxmlformats.org/drawingml/2006/main" noGrp="1"/>
          </p:cNvSpPr>
          <p:nvPr/>
        </p:nvSpPr>
        <p:spPr>
          <a:xfrm xmlns:a="http://schemas.openxmlformats.org/drawingml/2006/main">
            <a:off x="609600" y="5772150"/>
            <a:ext cx="10972800" cy="419100"/>
          </a:xfrm>
          <a:prstGeom xmlns:a="http://schemas.openxmlformats.org/drawingml/2006/main" prst="roundRect">
            <a:avLst>
              <a:gd name="adj" fmla="val 27273"/>
            </a:avLst>
          </a:prstGeom>
          <a:solidFill xmlns:a="http://schemas.openxmlformats.org/drawingml/2006/main">
            <a:srgbClr val="FFF4D6"/>
          </a:solidFill>
          <a:ln xmlns:a="http://schemas.openxmlformats.org/drawingml/2006/main" w="9525">
            <a:solidFill>
              <a:srgbClr val="9A6500"/>
            </a:solidFill>
            <a:prstDash val="solid"/>
          </a:ln>
        </p:spPr>
      </p:sp>
      <p:sp>
        <p:nvSpPr>
          <p:cNvPr id="24" name="">
            <a:extLst xmlns:a="http://schemas.openxmlformats.org/drawingml/2006/main">
              <a:ext uri="{FF2B5EF4-FFF2-40B4-BE49-F238E27FC236}">
                <a16:creationId xmlns:a16="http://schemas.microsoft.com/office/drawing/2014/main" id="{127259BC-626B-4D51-837C-662D64626C0B}"/>
              </a:ext>
            </a:extLst>
          </p:cNvPr>
          <p:cNvSpPr>
            <a:spLocks xmlns:a="http://schemas.openxmlformats.org/drawingml/2006/main" noGrp="1"/>
          </p:cNvSpPr>
          <p:nvPr/>
        </p:nvSpPr>
        <p:spPr>
          <a:xfrm xmlns:a="http://schemas.openxmlformats.org/drawingml/2006/main">
            <a:off x="800100" y="5886450"/>
            <a:ext cx="1059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9A6500"/>
                </a:solidFill>
              </a:defRPr>
            </a:pPr>
            <a:r>
              <a:rPr sz="1200" b="1">
                <a:solidFill>
                  <a:srgbClr val="9A6500"/>
                </a:solidFill>
              </a:rPr>
              <a:t>Practical rule: if a value is expected to change independently, it has one named definition outside the test method.</a:t>
            </a:r>
          </a:p>
        </p:txBody>
      </p:sp>
    </p:spTree>
    <p:extLst>
      <p:ext uri="{BB962C8B-B14F-4D97-AF65-F5344CB8AC3E}">
        <p14:creationId xmlns:p14="http://schemas.microsoft.com/office/powerpoint/2010/main" val="11433571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F3FF8E2-5AD9-41A8-8770-3F1AFB1BB83C}"/>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CDEF5CBA-8CE8-4D98-A079-EEAD244880BA}"/>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TEST FLOWS</a:t>
            </a:r>
          </a:p>
        </p:txBody>
      </p:sp>
      <p:sp>
        <p:nvSpPr>
          <p:cNvPr id="3" name="">
            <a:extLst xmlns:a="http://schemas.openxmlformats.org/drawingml/2006/main">
              <a:ext uri="{FF2B5EF4-FFF2-40B4-BE49-F238E27FC236}">
                <a16:creationId xmlns:a16="http://schemas.microsoft.com/office/drawing/2014/main" id="{668B3C3E-48AC-419F-8B4D-5EA92BBE2910}"/>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File transfer, dialog/popup, and iframe</a:t>
            </a:r>
          </a:p>
        </p:txBody>
      </p:sp>
      <p:sp>
        <p:nvSpPr>
          <p:cNvPr id="4" name="">
            <a:extLst xmlns:a="http://schemas.openxmlformats.org/drawingml/2006/main">
              <a:ext uri="{FF2B5EF4-FFF2-40B4-BE49-F238E27FC236}">
                <a16:creationId xmlns:a16="http://schemas.microsoft.com/office/drawing/2014/main" id="{0620944A-D63C-4F96-84FF-B2AC86EEA41D}"/>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Three focused classes demonstrate different browser interaction models</a:t>
            </a:r>
          </a:p>
        </p:txBody>
      </p:sp>
      <p:sp>
        <p:nvSpPr>
          <p:cNvPr id="5" name="">
            <a:extLst xmlns:a="http://schemas.openxmlformats.org/drawingml/2006/main">
              <a:ext uri="{FF2B5EF4-FFF2-40B4-BE49-F238E27FC236}">
                <a16:creationId xmlns:a16="http://schemas.microsoft.com/office/drawing/2014/main" id="{49616BB7-A3FD-4AD5-9C64-81475F3E25ED}"/>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82291659-C78B-43EE-B744-EE9C77295862}"/>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08</a:t>
            </a:r>
          </a:p>
        </p:txBody>
      </p:sp>
      <p:sp>
        <p:nvSpPr>
          <p:cNvPr id="7" name="">
            <a:extLst xmlns:a="http://schemas.openxmlformats.org/drawingml/2006/main">
              <a:ext uri="{FF2B5EF4-FFF2-40B4-BE49-F238E27FC236}">
                <a16:creationId xmlns:a16="http://schemas.microsoft.com/office/drawing/2014/main" id="{0F45254E-2FA6-49B0-A004-2F89722A073E}"/>
              </a:ext>
            </a:extLst>
          </p:cNvPr>
          <p:cNvSpPr>
            <a:spLocks xmlns:a="http://schemas.openxmlformats.org/drawingml/2006/main" noGrp="1"/>
          </p:cNvSpPr>
          <p:nvPr/>
        </p:nvSpPr>
        <p:spPr>
          <a:xfrm xmlns:a="http://schemas.openxmlformats.org/drawingml/2006/main">
            <a:off x="609600" y="2152650"/>
            <a:ext cx="3333750" cy="3295650"/>
          </a:xfrm>
          <a:prstGeom xmlns:a="http://schemas.openxmlformats.org/drawingml/2006/main" prst="roundRect">
            <a:avLst>
              <a:gd name="adj" fmla="val 3468"/>
            </a:avLst>
          </a:prstGeom>
          <a:solidFill xmlns:a="http://schemas.openxmlformats.org/drawingml/2006/main">
            <a:srgbClr val="F7F8FA"/>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FFB3F998-41E3-4741-A455-AE002918126B}"/>
              </a:ext>
            </a:extLst>
          </p:cNvPr>
          <p:cNvSpPr>
            <a:spLocks xmlns:a="http://schemas.openxmlformats.org/drawingml/2006/main" noGrp="1"/>
          </p:cNvSpPr>
          <p:nvPr/>
        </p:nvSpPr>
        <p:spPr>
          <a:xfrm xmlns:a="http://schemas.openxmlformats.org/drawingml/2006/main">
            <a:off x="781050" y="23241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3F4D0AEB-900B-4583-8156-ECDC80F08F4D}"/>
              </a:ext>
            </a:extLst>
          </p:cNvPr>
          <p:cNvSpPr>
            <a:spLocks xmlns:a="http://schemas.openxmlformats.org/drawingml/2006/main" noGrp="1"/>
          </p:cNvSpPr>
          <p:nvPr/>
        </p:nvSpPr>
        <p:spPr>
          <a:xfrm xmlns:a="http://schemas.openxmlformats.org/drawingml/2006/main">
            <a:off x="781050" y="24003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01</a:t>
            </a:r>
          </a:p>
        </p:txBody>
      </p:sp>
      <p:sp>
        <p:nvSpPr>
          <p:cNvPr id="10" name="">
            <a:extLst xmlns:a="http://schemas.openxmlformats.org/drawingml/2006/main">
              <a:ext uri="{FF2B5EF4-FFF2-40B4-BE49-F238E27FC236}">
                <a16:creationId xmlns:a16="http://schemas.microsoft.com/office/drawing/2014/main" id="{E3752DFC-C824-49DB-9416-9AA5FD9036ED}"/>
              </a:ext>
            </a:extLst>
          </p:cNvPr>
          <p:cNvSpPr>
            <a:spLocks xmlns:a="http://schemas.openxmlformats.org/drawingml/2006/main" noGrp="1"/>
          </p:cNvSpPr>
          <p:nvPr/>
        </p:nvSpPr>
        <p:spPr>
          <a:xfrm xmlns:a="http://schemas.openxmlformats.org/drawingml/2006/main">
            <a:off x="1276350" y="2324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FileTransferTests</a:t>
            </a:r>
          </a:p>
        </p:txBody>
      </p:sp>
      <p:sp>
        <p:nvSpPr>
          <p:cNvPr id="11" name="">
            <a:extLst xmlns:a="http://schemas.openxmlformats.org/drawingml/2006/main">
              <a:ext uri="{FF2B5EF4-FFF2-40B4-BE49-F238E27FC236}">
                <a16:creationId xmlns:a16="http://schemas.microsoft.com/office/drawing/2014/main" id="{241440A9-7627-488A-B89D-A9EC0B1012E0}"/>
              </a:ext>
            </a:extLst>
          </p:cNvPr>
          <p:cNvSpPr>
            <a:spLocks xmlns:a="http://schemas.openxmlformats.org/drawingml/2006/main" noGrp="1"/>
          </p:cNvSpPr>
          <p:nvPr/>
        </p:nvSpPr>
        <p:spPr>
          <a:xfrm xmlns:a="http://schemas.openxmlformats.org/drawingml/2006/main">
            <a:off x="819150" y="2743200"/>
            <a:ext cx="29146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SetContentAsync creates controls → SetInputFilesAsync uploads the asset → input filename is verified → RunAndWaitForDownloadAsync captures download → file is saved and content is verified.</a:t>
            </a:r>
          </a:p>
        </p:txBody>
      </p:sp>
      <p:sp>
        <p:nvSpPr>
          <p:cNvPr id="12" name="">
            <a:extLst xmlns:a="http://schemas.openxmlformats.org/drawingml/2006/main">
              <a:ext uri="{FF2B5EF4-FFF2-40B4-BE49-F238E27FC236}">
                <a16:creationId xmlns:a16="http://schemas.microsoft.com/office/drawing/2014/main" id="{CFA1A439-2D11-4EA8-B47D-1A4B7EDB3431}"/>
              </a:ext>
            </a:extLst>
          </p:cNvPr>
          <p:cNvSpPr>
            <a:spLocks xmlns:a="http://schemas.openxmlformats.org/drawingml/2006/main" noGrp="1"/>
          </p:cNvSpPr>
          <p:nvPr/>
        </p:nvSpPr>
        <p:spPr>
          <a:xfrm xmlns:a="http://schemas.openxmlformats.org/drawingml/2006/main">
            <a:off x="4429125" y="2152650"/>
            <a:ext cx="3333750" cy="3295650"/>
          </a:xfrm>
          <a:prstGeom xmlns:a="http://schemas.openxmlformats.org/drawingml/2006/main" prst="roundRect">
            <a:avLst>
              <a:gd name="adj" fmla="val 3468"/>
            </a:avLst>
          </a:prstGeom>
          <a:solidFill xmlns:a="http://schemas.openxmlformats.org/drawingml/2006/main">
            <a:srgbClr val="F7F8FA"/>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1B71E4A9-4243-46CA-B4B5-7D656DCBAD0F}"/>
              </a:ext>
            </a:extLst>
          </p:cNvPr>
          <p:cNvSpPr>
            <a:spLocks xmlns:a="http://schemas.openxmlformats.org/drawingml/2006/main" noGrp="1"/>
          </p:cNvSpPr>
          <p:nvPr/>
        </p:nvSpPr>
        <p:spPr>
          <a:xfrm xmlns:a="http://schemas.openxmlformats.org/drawingml/2006/main">
            <a:off x="4600575" y="23241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8C3B1C4B-B3E5-4778-8DF0-90C7E79D97A8}"/>
              </a:ext>
            </a:extLst>
          </p:cNvPr>
          <p:cNvSpPr>
            <a:spLocks xmlns:a="http://schemas.openxmlformats.org/drawingml/2006/main" noGrp="1"/>
          </p:cNvSpPr>
          <p:nvPr/>
        </p:nvSpPr>
        <p:spPr>
          <a:xfrm xmlns:a="http://schemas.openxmlformats.org/drawingml/2006/main">
            <a:off x="4600575" y="24003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02</a:t>
            </a:r>
          </a:p>
        </p:txBody>
      </p:sp>
      <p:sp>
        <p:nvSpPr>
          <p:cNvPr id="15" name="">
            <a:extLst xmlns:a="http://schemas.openxmlformats.org/drawingml/2006/main">
              <a:ext uri="{FF2B5EF4-FFF2-40B4-BE49-F238E27FC236}">
                <a16:creationId xmlns:a16="http://schemas.microsoft.com/office/drawing/2014/main" id="{A32E4693-A856-40C4-BA9E-9C758372F34E}"/>
              </a:ext>
            </a:extLst>
          </p:cNvPr>
          <p:cNvSpPr>
            <a:spLocks xmlns:a="http://schemas.openxmlformats.org/drawingml/2006/main" noGrp="1"/>
          </p:cNvSpPr>
          <p:nvPr/>
        </p:nvSpPr>
        <p:spPr>
          <a:xfrm xmlns:a="http://schemas.openxmlformats.org/drawingml/2006/main">
            <a:off x="5095875" y="2324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AlertAndPopupTests</a:t>
            </a:r>
          </a:p>
        </p:txBody>
      </p:sp>
      <p:sp>
        <p:nvSpPr>
          <p:cNvPr id="16" name="">
            <a:extLst xmlns:a="http://schemas.openxmlformats.org/drawingml/2006/main">
              <a:ext uri="{FF2B5EF4-FFF2-40B4-BE49-F238E27FC236}">
                <a16:creationId xmlns:a16="http://schemas.microsoft.com/office/drawing/2014/main" id="{A927AC6F-4E7F-4783-8EEC-7DDDFD7DA0D0}"/>
              </a:ext>
            </a:extLst>
          </p:cNvPr>
          <p:cNvSpPr>
            <a:spLocks xmlns:a="http://schemas.openxmlformats.org/drawingml/2006/main" noGrp="1"/>
          </p:cNvSpPr>
          <p:nvPr/>
        </p:nvSpPr>
        <p:spPr>
          <a:xfrm xmlns:a="http://schemas.openxmlformats.org/drawingml/2006/main">
            <a:off x="4638675" y="2743200"/>
            <a:ext cx="29146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Dialog event captures and accepts alert → text is asserted → RunAndWaitForPopupAsync waits for new page → popup heading is asserted → popup is closed.</a:t>
            </a:r>
          </a:p>
        </p:txBody>
      </p:sp>
      <p:sp>
        <p:nvSpPr>
          <p:cNvPr id="17" name="">
            <a:extLst xmlns:a="http://schemas.openxmlformats.org/drawingml/2006/main">
              <a:ext uri="{FF2B5EF4-FFF2-40B4-BE49-F238E27FC236}">
                <a16:creationId xmlns:a16="http://schemas.microsoft.com/office/drawing/2014/main" id="{E9683371-472A-4D7B-9807-E30E2B6022A4}"/>
              </a:ext>
            </a:extLst>
          </p:cNvPr>
          <p:cNvSpPr>
            <a:spLocks xmlns:a="http://schemas.openxmlformats.org/drawingml/2006/main" noGrp="1"/>
          </p:cNvSpPr>
          <p:nvPr/>
        </p:nvSpPr>
        <p:spPr>
          <a:xfrm xmlns:a="http://schemas.openxmlformats.org/drawingml/2006/main">
            <a:off x="8248650" y="2152650"/>
            <a:ext cx="3333750" cy="3295650"/>
          </a:xfrm>
          <a:prstGeom xmlns:a="http://schemas.openxmlformats.org/drawingml/2006/main" prst="roundRect">
            <a:avLst>
              <a:gd name="adj" fmla="val 3468"/>
            </a:avLst>
          </a:prstGeom>
          <a:solidFill xmlns:a="http://schemas.openxmlformats.org/drawingml/2006/main">
            <a:srgbClr val="F7F8FA"/>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EC027686-E274-40B7-A991-A105D724205E}"/>
              </a:ext>
            </a:extLst>
          </p:cNvPr>
          <p:cNvSpPr>
            <a:spLocks xmlns:a="http://schemas.openxmlformats.org/drawingml/2006/main" noGrp="1"/>
          </p:cNvSpPr>
          <p:nvPr/>
        </p:nvSpPr>
        <p:spPr>
          <a:xfrm xmlns:a="http://schemas.openxmlformats.org/drawingml/2006/main">
            <a:off x="8420100" y="23241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86B7F162-78F4-4A87-A487-BA670D1B5D70}"/>
              </a:ext>
            </a:extLst>
          </p:cNvPr>
          <p:cNvSpPr>
            <a:spLocks xmlns:a="http://schemas.openxmlformats.org/drawingml/2006/main" noGrp="1"/>
          </p:cNvSpPr>
          <p:nvPr/>
        </p:nvSpPr>
        <p:spPr>
          <a:xfrm xmlns:a="http://schemas.openxmlformats.org/drawingml/2006/main">
            <a:off x="8420100" y="24003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03</a:t>
            </a:r>
          </a:p>
        </p:txBody>
      </p:sp>
      <p:sp>
        <p:nvSpPr>
          <p:cNvPr id="20" name="">
            <a:extLst xmlns:a="http://schemas.openxmlformats.org/drawingml/2006/main">
              <a:ext uri="{FF2B5EF4-FFF2-40B4-BE49-F238E27FC236}">
                <a16:creationId xmlns:a16="http://schemas.microsoft.com/office/drawing/2014/main" id="{497BD85F-CBCC-486C-8B3A-25DF75579E8C}"/>
              </a:ext>
            </a:extLst>
          </p:cNvPr>
          <p:cNvSpPr>
            <a:spLocks xmlns:a="http://schemas.openxmlformats.org/drawingml/2006/main" noGrp="1"/>
          </p:cNvSpPr>
          <p:nvPr/>
        </p:nvSpPr>
        <p:spPr>
          <a:xfrm xmlns:a="http://schemas.openxmlformats.org/drawingml/2006/main">
            <a:off x="8915400" y="2324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IFrameTests</a:t>
            </a:r>
          </a:p>
        </p:txBody>
      </p:sp>
      <p:sp>
        <p:nvSpPr>
          <p:cNvPr id="21" name="">
            <a:extLst xmlns:a="http://schemas.openxmlformats.org/drawingml/2006/main">
              <a:ext uri="{FF2B5EF4-FFF2-40B4-BE49-F238E27FC236}">
                <a16:creationId xmlns:a16="http://schemas.microsoft.com/office/drawing/2014/main" id="{D2E8AD0F-86E4-42D4-8168-A53E194C1B45}"/>
              </a:ext>
            </a:extLst>
          </p:cNvPr>
          <p:cNvSpPr>
            <a:spLocks xmlns:a="http://schemas.openxmlformats.org/drawingml/2006/main" noGrp="1"/>
          </p:cNvSpPr>
          <p:nvPr/>
        </p:nvSpPr>
        <p:spPr>
          <a:xfrm xmlns:a="http://schemas.openxmlformats.org/drawingml/2006/main">
            <a:off x="8458200" y="2743200"/>
            <a:ext cx="29146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SetContentAsync creates iframe → FrameLocator enters frame context → button inside frame is clicked → updated message inside the same frame is asserted.</a:t>
            </a:r>
          </a:p>
        </p:txBody>
      </p:sp>
      <p:sp>
        <p:nvSpPr>
          <p:cNvPr id="22" name="">
            <a:extLst xmlns:a="http://schemas.openxmlformats.org/drawingml/2006/main">
              <a:ext uri="{FF2B5EF4-FFF2-40B4-BE49-F238E27FC236}">
                <a16:creationId xmlns:a16="http://schemas.microsoft.com/office/drawing/2014/main" id="{8A5EFEE6-1E08-43CF-9E1E-4620182350CE}"/>
              </a:ext>
            </a:extLst>
          </p:cNvPr>
          <p:cNvSpPr>
            <a:spLocks xmlns:a="http://schemas.openxmlformats.org/drawingml/2006/main" noGrp="1"/>
          </p:cNvSpPr>
          <p:nvPr/>
        </p:nvSpPr>
        <p:spPr>
          <a:xfrm xmlns:a="http://schemas.openxmlformats.org/drawingml/2006/main">
            <a:off x="609600" y="57245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00000"/>
                </a:solidFill>
              </a:defRPr>
            </a:pPr>
            <a:r>
              <a:rPr sz="1275" b="1">
                <a:solidFill>
                  <a:srgbClr val="000000"/>
                </a:solidFill>
              </a:rPr>
              <a:t>Key Playwright idea</a:t>
            </a:r>
          </a:p>
        </p:txBody>
      </p:sp>
      <p:sp>
        <p:nvSpPr>
          <p:cNvPr id="23" name="">
            <a:extLst xmlns:a="http://schemas.openxmlformats.org/drawingml/2006/main">
              <a:ext uri="{FF2B5EF4-FFF2-40B4-BE49-F238E27FC236}">
                <a16:creationId xmlns:a16="http://schemas.microsoft.com/office/drawing/2014/main" id="{0E88028F-5466-4891-9445-2C252CD813F5}"/>
              </a:ext>
            </a:extLst>
          </p:cNvPr>
          <p:cNvSpPr>
            <a:spLocks xmlns:a="http://schemas.openxmlformats.org/drawingml/2006/main" noGrp="1"/>
          </p:cNvSpPr>
          <p:nvPr/>
        </p:nvSpPr>
        <p:spPr>
          <a:xfrm xmlns:a="http://schemas.openxmlformats.org/drawingml/2006/main">
            <a:off x="2724150" y="5724525"/>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470"/>
                </a:solidFill>
              </a:defRPr>
            </a:pPr>
            <a:r>
              <a:rPr sz="1275" b="0">
                <a:solidFill>
                  <a:srgbClr val="5B6470"/>
                </a:solidFill>
              </a:rPr>
              <a:t>Use event-aware APIs for downloads/popups and FrameLocator for iframe-scoped elements.</a:t>
            </a:r>
          </a:p>
        </p:txBody>
      </p:sp>
    </p:spTree>
    <p:extLst>
      <p:ext uri="{BB962C8B-B14F-4D97-AF65-F5344CB8AC3E}">
        <p14:creationId xmlns:p14="http://schemas.microsoft.com/office/powerpoint/2010/main" val="8314944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B1A55BF-C694-412A-B9DA-3BABF7F03A5C}"/>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88AD60FF-3F1D-4B00-B247-295DBE3DE7F8}"/>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TEST FLOWS</a:t>
            </a:r>
          </a:p>
        </p:txBody>
      </p:sp>
      <p:sp>
        <p:nvSpPr>
          <p:cNvPr id="3" name="">
            <a:extLst xmlns:a="http://schemas.openxmlformats.org/drawingml/2006/main">
              <a:ext uri="{FF2B5EF4-FFF2-40B4-BE49-F238E27FC236}">
                <a16:creationId xmlns:a16="http://schemas.microsoft.com/office/drawing/2014/main" id="{AFD20740-5D58-450B-9889-2D10350EA9FA}"/>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JavaScript evaluation and API interception</a:t>
            </a:r>
          </a:p>
        </p:txBody>
      </p:sp>
      <p:sp>
        <p:nvSpPr>
          <p:cNvPr id="4" name="">
            <a:extLst xmlns:a="http://schemas.openxmlformats.org/drawingml/2006/main">
              <a:ext uri="{FF2B5EF4-FFF2-40B4-BE49-F238E27FC236}">
                <a16:creationId xmlns:a16="http://schemas.microsoft.com/office/drawing/2014/main" id="{3AE166BE-349F-45D1-88F0-48D00044BB2C}"/>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Two tests show browser execution and network control</a:t>
            </a:r>
          </a:p>
        </p:txBody>
      </p:sp>
      <p:sp>
        <p:nvSpPr>
          <p:cNvPr id="5" name="">
            <a:extLst xmlns:a="http://schemas.openxmlformats.org/drawingml/2006/main">
              <a:ext uri="{FF2B5EF4-FFF2-40B4-BE49-F238E27FC236}">
                <a16:creationId xmlns:a16="http://schemas.microsoft.com/office/drawing/2014/main" id="{562254EC-0CA4-4248-BB30-97190797EF27}"/>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05F029F2-EBCC-4867-884B-622E26942E84}"/>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09</a:t>
            </a:r>
          </a:p>
        </p:txBody>
      </p:sp>
      <p:sp>
        <p:nvSpPr>
          <p:cNvPr id="7" name="">
            <a:extLst xmlns:a="http://schemas.openxmlformats.org/drawingml/2006/main">
              <a:ext uri="{FF2B5EF4-FFF2-40B4-BE49-F238E27FC236}">
                <a16:creationId xmlns:a16="http://schemas.microsoft.com/office/drawing/2014/main" id="{B8BB6B47-4B4A-4981-B5A3-272D10C1DA08}"/>
              </a:ext>
            </a:extLst>
          </p:cNvPr>
          <p:cNvSpPr>
            <a:spLocks xmlns:a="http://schemas.openxmlformats.org/drawingml/2006/main" noGrp="1"/>
          </p:cNvSpPr>
          <p:nvPr/>
        </p:nvSpPr>
        <p:spPr>
          <a:xfrm xmlns:a="http://schemas.openxmlformats.org/drawingml/2006/main">
            <a:off x="609600" y="2171700"/>
            <a:ext cx="5219700" cy="3381375"/>
          </a:xfrm>
          <a:prstGeom xmlns:a="http://schemas.openxmlformats.org/drawingml/2006/main" prst="roundRect">
            <a:avLst>
              <a:gd name="adj" fmla="val 3380"/>
            </a:avLst>
          </a:prstGeom>
          <a:solidFill xmlns:a="http://schemas.openxmlformats.org/drawingml/2006/main">
            <a:srgbClr val="F7F8FA"/>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154060B8-0F32-4171-9BC4-05B68C9C532F}"/>
              </a:ext>
            </a:extLst>
          </p:cNvPr>
          <p:cNvSpPr>
            <a:spLocks xmlns:a="http://schemas.openxmlformats.org/drawingml/2006/main" noGrp="1"/>
          </p:cNvSpPr>
          <p:nvPr/>
        </p:nvSpPr>
        <p:spPr>
          <a:xfrm xmlns:a="http://schemas.openxmlformats.org/drawingml/2006/main">
            <a:off x="838200" y="2381250"/>
            <a:ext cx="205740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9" name="">
            <a:extLst xmlns:a="http://schemas.openxmlformats.org/drawingml/2006/main">
              <a:ext uri="{FF2B5EF4-FFF2-40B4-BE49-F238E27FC236}">
                <a16:creationId xmlns:a16="http://schemas.microsoft.com/office/drawing/2014/main" id="{9F842BAD-0CE3-48C7-A964-0965F87626C8}"/>
              </a:ext>
            </a:extLst>
          </p:cNvPr>
          <p:cNvSpPr>
            <a:spLocks xmlns:a="http://schemas.openxmlformats.org/drawingml/2006/main" noGrp="1"/>
          </p:cNvSpPr>
          <p:nvPr/>
        </p:nvSpPr>
        <p:spPr>
          <a:xfrm xmlns:a="http://schemas.openxmlformats.org/drawingml/2006/main">
            <a:off x="933450" y="24288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EvaluateAsync + TestCase</a:t>
            </a:r>
          </a:p>
        </p:txBody>
      </p:sp>
      <p:sp>
        <p:nvSpPr>
          <p:cNvPr id="10" name="">
            <a:extLst xmlns:a="http://schemas.openxmlformats.org/drawingml/2006/main">
              <a:ext uri="{FF2B5EF4-FFF2-40B4-BE49-F238E27FC236}">
                <a16:creationId xmlns:a16="http://schemas.microsoft.com/office/drawing/2014/main" id="{7A1D9ED2-F2FC-4A7D-A20A-65685A1C2C7C}"/>
              </a:ext>
            </a:extLst>
          </p:cNvPr>
          <p:cNvSpPr>
            <a:spLocks xmlns:a="http://schemas.openxmlformats.org/drawingml/2006/main" noGrp="1"/>
          </p:cNvSpPr>
          <p:nvPr/>
        </p:nvSpPr>
        <p:spPr>
          <a:xfrm xmlns:a="http://schemas.openxmlformats.org/drawingml/2006/main">
            <a:off x="914400" y="30480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C# values</a:t>
            </a:r>
          </a:p>
        </p:txBody>
      </p:sp>
      <p:sp>
        <p:nvSpPr>
          <p:cNvPr id="11" name="">
            <a:extLst xmlns:a="http://schemas.openxmlformats.org/drawingml/2006/main">
              <a:ext uri="{FF2B5EF4-FFF2-40B4-BE49-F238E27FC236}">
                <a16:creationId xmlns:a16="http://schemas.microsoft.com/office/drawing/2014/main" id="{38BC720F-6226-4A97-B6C1-277D01DB9430}"/>
              </a:ext>
            </a:extLst>
          </p:cNvPr>
          <p:cNvSpPr>
            <a:spLocks xmlns:a="http://schemas.openxmlformats.org/drawingml/2006/main" noGrp="1"/>
          </p:cNvSpPr>
          <p:nvPr/>
        </p:nvSpPr>
        <p:spPr>
          <a:xfrm xmlns:a="http://schemas.openxmlformats.org/drawingml/2006/main">
            <a:off x="2266950" y="3181350"/>
            <a:ext cx="55245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F39A4AA0-6E86-4BD4-B3AB-F35B926E3F5D}"/>
              </a:ext>
            </a:extLst>
          </p:cNvPr>
          <p:cNvSpPr>
            <a:spLocks xmlns:a="http://schemas.openxmlformats.org/drawingml/2006/main" noGrp="1"/>
          </p:cNvSpPr>
          <p:nvPr/>
        </p:nvSpPr>
        <p:spPr>
          <a:xfrm xmlns:a="http://schemas.openxmlformats.org/drawingml/2006/main">
            <a:off x="2762250" y="3086100"/>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D41F8D7E-B672-45AC-B975-7124220E9529}"/>
              </a:ext>
            </a:extLst>
          </p:cNvPr>
          <p:cNvSpPr>
            <a:spLocks xmlns:a="http://schemas.openxmlformats.org/drawingml/2006/main" noGrp="1"/>
          </p:cNvSpPr>
          <p:nvPr/>
        </p:nvSpPr>
        <p:spPr>
          <a:xfrm xmlns:a="http://schemas.openxmlformats.org/drawingml/2006/main">
            <a:off x="3105150" y="30480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Browser JavaScript</a:t>
            </a:r>
          </a:p>
        </p:txBody>
      </p:sp>
      <p:sp>
        <p:nvSpPr>
          <p:cNvPr id="14" name="">
            <a:extLst xmlns:a="http://schemas.openxmlformats.org/drawingml/2006/main">
              <a:ext uri="{FF2B5EF4-FFF2-40B4-BE49-F238E27FC236}">
                <a16:creationId xmlns:a16="http://schemas.microsoft.com/office/drawing/2014/main" id="{BBFD5521-D823-4087-A8F4-661DBB5F7DDC}"/>
              </a:ext>
            </a:extLst>
          </p:cNvPr>
          <p:cNvSpPr>
            <a:spLocks xmlns:a="http://schemas.openxmlformats.org/drawingml/2006/main" noGrp="1"/>
          </p:cNvSpPr>
          <p:nvPr/>
        </p:nvSpPr>
        <p:spPr>
          <a:xfrm xmlns:a="http://schemas.openxmlformats.org/drawingml/2006/main">
            <a:off x="4857750" y="3181350"/>
            <a:ext cx="4572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5" name="">
            <a:extLst xmlns:a="http://schemas.openxmlformats.org/drawingml/2006/main">
              <a:ext uri="{FF2B5EF4-FFF2-40B4-BE49-F238E27FC236}">
                <a16:creationId xmlns:a16="http://schemas.microsoft.com/office/drawing/2014/main" id="{95E6D3C3-24A4-4FBC-A755-DDE7048441BA}"/>
              </a:ext>
            </a:extLst>
          </p:cNvPr>
          <p:cNvSpPr>
            <a:spLocks xmlns:a="http://schemas.openxmlformats.org/drawingml/2006/main" noGrp="1"/>
          </p:cNvSpPr>
          <p:nvPr/>
        </p:nvSpPr>
        <p:spPr>
          <a:xfrm xmlns:a="http://schemas.openxmlformats.org/drawingml/2006/main">
            <a:off x="5257800" y="3086100"/>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D65E71C4-4B3D-42C4-AA15-595A603110BA}"/>
              </a:ext>
            </a:extLst>
          </p:cNvPr>
          <p:cNvSpPr>
            <a:spLocks xmlns:a="http://schemas.openxmlformats.org/drawingml/2006/main" noGrp="1"/>
          </p:cNvSpPr>
          <p:nvPr/>
        </p:nvSpPr>
        <p:spPr>
          <a:xfrm xmlns:a="http://schemas.openxmlformats.org/drawingml/2006/main">
            <a:off x="4629150" y="35052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int result</a:t>
            </a:r>
          </a:p>
        </p:txBody>
      </p:sp>
      <p:sp>
        <p:nvSpPr>
          <p:cNvPr id="17" name="">
            <a:extLst xmlns:a="http://schemas.openxmlformats.org/drawingml/2006/main">
              <a:ext uri="{FF2B5EF4-FFF2-40B4-BE49-F238E27FC236}">
                <a16:creationId xmlns:a16="http://schemas.microsoft.com/office/drawing/2014/main" id="{7488BA3D-8BF0-4037-BFE8-CD788FA7C764}"/>
              </a:ext>
            </a:extLst>
          </p:cNvPr>
          <p:cNvSpPr>
            <a:spLocks xmlns:a="http://schemas.openxmlformats.org/drawingml/2006/main" noGrp="1"/>
          </p:cNvSpPr>
          <p:nvPr/>
        </p:nvSpPr>
        <p:spPr>
          <a:xfrm xmlns:a="http://schemas.openxmlformats.org/drawingml/2006/main">
            <a:off x="914400" y="4057650"/>
            <a:ext cx="4591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470"/>
                </a:solidFill>
              </a:defRPr>
            </a:pPr>
            <a:r>
              <a:rPr sz="1275" b="0">
                <a:solidFill>
                  <a:srgbClr val="5B6470"/>
                </a:solidFill>
              </a:rPr>
              <a:t>Two TestCase attributes supply 2+3+5 → 10 and 10+20+30 → 60. EvaluateAsync&lt;int&gt; runs the shared reduce expression and returns a typed value to C#.</a:t>
            </a:r>
          </a:p>
        </p:txBody>
      </p:sp>
      <p:sp>
        <p:nvSpPr>
          <p:cNvPr id="18" name="">
            <a:extLst xmlns:a="http://schemas.openxmlformats.org/drawingml/2006/main">
              <a:ext uri="{FF2B5EF4-FFF2-40B4-BE49-F238E27FC236}">
                <a16:creationId xmlns:a16="http://schemas.microsoft.com/office/drawing/2014/main" id="{B6B8FA6A-1357-4C2E-97AB-275571821CEA}"/>
              </a:ext>
            </a:extLst>
          </p:cNvPr>
          <p:cNvSpPr>
            <a:spLocks xmlns:a="http://schemas.openxmlformats.org/drawingml/2006/main" noGrp="1"/>
          </p:cNvSpPr>
          <p:nvPr/>
        </p:nvSpPr>
        <p:spPr>
          <a:xfrm xmlns:a="http://schemas.openxmlformats.org/drawingml/2006/main">
            <a:off x="6362700" y="2171700"/>
            <a:ext cx="5219700" cy="3381375"/>
          </a:xfrm>
          <a:prstGeom xmlns:a="http://schemas.openxmlformats.org/drawingml/2006/main" prst="roundRect">
            <a:avLst>
              <a:gd name="adj" fmla="val 3380"/>
            </a:avLst>
          </a:prstGeom>
          <a:solidFill xmlns:a="http://schemas.openxmlformats.org/drawingml/2006/main">
            <a:srgbClr val="EAF4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F94408EA-2E03-4D0E-9D5F-48AF106D634A}"/>
              </a:ext>
            </a:extLst>
          </p:cNvPr>
          <p:cNvSpPr>
            <a:spLocks xmlns:a="http://schemas.openxmlformats.org/drawingml/2006/main" noGrp="1"/>
          </p:cNvSpPr>
          <p:nvPr/>
        </p:nvSpPr>
        <p:spPr>
          <a:xfrm xmlns:a="http://schemas.openxmlformats.org/drawingml/2006/main">
            <a:off x="6591300" y="2381250"/>
            <a:ext cx="21145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0">
            <a:solidFill>
              <a:srgbClr val="3D8DFF"/>
            </a:solidFill>
            <a:prstDash val="solid"/>
          </a:ln>
        </p:spPr>
      </p:sp>
      <p:sp>
        <p:nvSpPr>
          <p:cNvPr id="20" name="">
            <a:extLst xmlns:a="http://schemas.openxmlformats.org/drawingml/2006/main">
              <a:ext uri="{FF2B5EF4-FFF2-40B4-BE49-F238E27FC236}">
                <a16:creationId xmlns:a16="http://schemas.microsoft.com/office/drawing/2014/main" id="{D5124350-B360-43E3-BB54-BDE1A72CBB5A}"/>
              </a:ext>
            </a:extLst>
          </p:cNvPr>
          <p:cNvSpPr>
            <a:spLocks xmlns:a="http://schemas.openxmlformats.org/drawingml/2006/main" noGrp="1"/>
          </p:cNvSpPr>
          <p:nvPr/>
        </p:nvSpPr>
        <p:spPr>
          <a:xfrm xmlns:a="http://schemas.openxmlformats.org/drawingml/2006/main">
            <a:off x="6686550" y="2428875"/>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FFFFF"/>
                </a:solidFill>
              </a:defRPr>
            </a:pPr>
            <a:r>
              <a:rPr sz="900" b="1">
                <a:solidFill>
                  <a:srgbClr val="FFFFFF"/>
                </a:solidFill>
              </a:rPr>
              <a:t>RouteAsync + FulfillAsync</a:t>
            </a:r>
          </a:p>
        </p:txBody>
      </p:sp>
      <p:sp>
        <p:nvSpPr>
          <p:cNvPr id="21" name="">
            <a:extLst xmlns:a="http://schemas.openxmlformats.org/drawingml/2006/main">
              <a:ext uri="{FF2B5EF4-FFF2-40B4-BE49-F238E27FC236}">
                <a16:creationId xmlns:a16="http://schemas.microsoft.com/office/drawing/2014/main" id="{AF055092-AADE-4090-9723-9B95ACEC9280}"/>
              </a:ext>
            </a:extLst>
          </p:cNvPr>
          <p:cNvSpPr>
            <a:spLocks xmlns:a="http://schemas.openxmlformats.org/drawingml/2006/main" noGrp="1"/>
          </p:cNvSpPr>
          <p:nvPr/>
        </p:nvSpPr>
        <p:spPr>
          <a:xfrm xmlns:a="http://schemas.openxmlformats.org/drawingml/2006/main">
            <a:off x="6591300" y="3162300"/>
            <a:ext cx="9906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3D8DFF"/>
            </a:solidFill>
            <a:prstDash val="solid"/>
          </a:ln>
        </p:spPr>
      </p:sp>
      <p:sp>
        <p:nvSpPr>
          <p:cNvPr id="22" name="">
            <a:extLst xmlns:a="http://schemas.openxmlformats.org/drawingml/2006/main">
              <a:ext uri="{FF2B5EF4-FFF2-40B4-BE49-F238E27FC236}">
                <a16:creationId xmlns:a16="http://schemas.microsoft.com/office/drawing/2014/main" id="{75CD52CF-82D8-427C-972C-0F55B1E5528C}"/>
              </a:ext>
            </a:extLst>
          </p:cNvPr>
          <p:cNvSpPr>
            <a:spLocks xmlns:a="http://schemas.openxmlformats.org/drawingml/2006/main" noGrp="1"/>
          </p:cNvSpPr>
          <p:nvPr/>
        </p:nvSpPr>
        <p:spPr>
          <a:xfrm xmlns:a="http://schemas.openxmlformats.org/drawingml/2006/main">
            <a:off x="6667500" y="33718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Browser fetch</a:t>
            </a:r>
          </a:p>
        </p:txBody>
      </p:sp>
      <p:sp>
        <p:nvSpPr>
          <p:cNvPr id="23" name="">
            <a:extLst xmlns:a="http://schemas.openxmlformats.org/drawingml/2006/main">
              <a:ext uri="{FF2B5EF4-FFF2-40B4-BE49-F238E27FC236}">
                <a16:creationId xmlns:a16="http://schemas.microsoft.com/office/drawing/2014/main" id="{19F23087-EAD0-49C3-A01E-4BE8BF43C1F0}"/>
              </a:ext>
            </a:extLst>
          </p:cNvPr>
          <p:cNvSpPr>
            <a:spLocks xmlns:a="http://schemas.openxmlformats.org/drawingml/2006/main" noGrp="1"/>
          </p:cNvSpPr>
          <p:nvPr/>
        </p:nvSpPr>
        <p:spPr>
          <a:xfrm xmlns:a="http://schemas.openxmlformats.org/drawingml/2006/main">
            <a:off x="7591425" y="3476625"/>
            <a:ext cx="5715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4" name="">
            <a:extLst xmlns:a="http://schemas.openxmlformats.org/drawingml/2006/main">
              <a:ext uri="{FF2B5EF4-FFF2-40B4-BE49-F238E27FC236}">
                <a16:creationId xmlns:a16="http://schemas.microsoft.com/office/drawing/2014/main" id="{1A6950BA-1D7A-40CC-BB13-707AA684536D}"/>
              </a:ext>
            </a:extLst>
          </p:cNvPr>
          <p:cNvSpPr>
            <a:spLocks xmlns:a="http://schemas.openxmlformats.org/drawingml/2006/main" noGrp="1"/>
          </p:cNvSpPr>
          <p:nvPr/>
        </p:nvSpPr>
        <p:spPr>
          <a:xfrm xmlns:a="http://schemas.openxmlformats.org/drawingml/2006/main">
            <a:off x="7591425" y="33813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F66375E0-5EFB-4194-913F-E12C39975618}"/>
              </a:ext>
            </a:extLst>
          </p:cNvPr>
          <p:cNvSpPr>
            <a:spLocks xmlns:a="http://schemas.openxmlformats.org/drawingml/2006/main" noGrp="1"/>
          </p:cNvSpPr>
          <p:nvPr/>
        </p:nvSpPr>
        <p:spPr>
          <a:xfrm xmlns:a="http://schemas.openxmlformats.org/drawingml/2006/main">
            <a:off x="7791450" y="3162300"/>
            <a:ext cx="9906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3D8DFF"/>
            </a:solidFill>
            <a:prstDash val="solid"/>
          </a:ln>
        </p:spPr>
      </p:sp>
      <p:sp>
        <p:nvSpPr>
          <p:cNvPr id="26" name="">
            <a:extLst xmlns:a="http://schemas.openxmlformats.org/drawingml/2006/main">
              <a:ext uri="{FF2B5EF4-FFF2-40B4-BE49-F238E27FC236}">
                <a16:creationId xmlns:a16="http://schemas.microsoft.com/office/drawing/2014/main" id="{96C97210-17AB-40F8-87AA-CD251C3842E0}"/>
              </a:ext>
            </a:extLst>
          </p:cNvPr>
          <p:cNvSpPr>
            <a:spLocks xmlns:a="http://schemas.openxmlformats.org/drawingml/2006/main" noGrp="1"/>
          </p:cNvSpPr>
          <p:nvPr/>
        </p:nvSpPr>
        <p:spPr>
          <a:xfrm xmlns:a="http://schemas.openxmlformats.org/drawingml/2006/main">
            <a:off x="7867650" y="33718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Route match</a:t>
            </a:r>
          </a:p>
        </p:txBody>
      </p:sp>
      <p:sp>
        <p:nvSpPr>
          <p:cNvPr id="27" name="">
            <a:extLst xmlns:a="http://schemas.openxmlformats.org/drawingml/2006/main">
              <a:ext uri="{FF2B5EF4-FFF2-40B4-BE49-F238E27FC236}">
                <a16:creationId xmlns:a16="http://schemas.microsoft.com/office/drawing/2014/main" id="{9BB813F7-0D89-4945-B7DB-1022034C89B5}"/>
              </a:ext>
            </a:extLst>
          </p:cNvPr>
          <p:cNvSpPr>
            <a:spLocks xmlns:a="http://schemas.openxmlformats.org/drawingml/2006/main" noGrp="1"/>
          </p:cNvSpPr>
          <p:nvPr/>
        </p:nvSpPr>
        <p:spPr>
          <a:xfrm xmlns:a="http://schemas.openxmlformats.org/drawingml/2006/main">
            <a:off x="8791575" y="3476625"/>
            <a:ext cx="5715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8" name="">
            <a:extLst xmlns:a="http://schemas.openxmlformats.org/drawingml/2006/main">
              <a:ext uri="{FF2B5EF4-FFF2-40B4-BE49-F238E27FC236}">
                <a16:creationId xmlns:a16="http://schemas.microsoft.com/office/drawing/2014/main" id="{C6DFE8E2-887F-4D1C-9D30-4851D6E98A0E}"/>
              </a:ext>
            </a:extLst>
          </p:cNvPr>
          <p:cNvSpPr>
            <a:spLocks xmlns:a="http://schemas.openxmlformats.org/drawingml/2006/main" noGrp="1"/>
          </p:cNvSpPr>
          <p:nvPr/>
        </p:nvSpPr>
        <p:spPr>
          <a:xfrm xmlns:a="http://schemas.openxmlformats.org/drawingml/2006/main">
            <a:off x="8791575" y="33813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29" name="">
            <a:extLst xmlns:a="http://schemas.openxmlformats.org/drawingml/2006/main">
              <a:ext uri="{FF2B5EF4-FFF2-40B4-BE49-F238E27FC236}">
                <a16:creationId xmlns:a16="http://schemas.microsoft.com/office/drawing/2014/main" id="{B4D8327C-3800-4298-8B89-4308E8FEEEF9}"/>
              </a:ext>
            </a:extLst>
          </p:cNvPr>
          <p:cNvSpPr>
            <a:spLocks xmlns:a="http://schemas.openxmlformats.org/drawingml/2006/main" noGrp="1"/>
          </p:cNvSpPr>
          <p:nvPr/>
        </p:nvSpPr>
        <p:spPr>
          <a:xfrm xmlns:a="http://schemas.openxmlformats.org/drawingml/2006/main">
            <a:off x="8991600" y="3162300"/>
            <a:ext cx="9906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3D8DFF"/>
            </a:solidFill>
            <a:prstDash val="solid"/>
          </a:ln>
        </p:spPr>
      </p:sp>
      <p:sp>
        <p:nvSpPr>
          <p:cNvPr id="30" name="">
            <a:extLst xmlns:a="http://schemas.openxmlformats.org/drawingml/2006/main">
              <a:ext uri="{FF2B5EF4-FFF2-40B4-BE49-F238E27FC236}">
                <a16:creationId xmlns:a16="http://schemas.microsoft.com/office/drawing/2014/main" id="{3379B95D-2B9F-48CB-A16C-47865E0072FB}"/>
              </a:ext>
            </a:extLst>
          </p:cNvPr>
          <p:cNvSpPr>
            <a:spLocks xmlns:a="http://schemas.openxmlformats.org/drawingml/2006/main" noGrp="1"/>
          </p:cNvSpPr>
          <p:nvPr/>
        </p:nvSpPr>
        <p:spPr>
          <a:xfrm xmlns:a="http://schemas.openxmlformats.org/drawingml/2006/main">
            <a:off x="9067800" y="33718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Mock JSON</a:t>
            </a:r>
          </a:p>
        </p:txBody>
      </p:sp>
      <p:sp>
        <p:nvSpPr>
          <p:cNvPr id="31" name="">
            <a:extLst xmlns:a="http://schemas.openxmlformats.org/drawingml/2006/main">
              <a:ext uri="{FF2B5EF4-FFF2-40B4-BE49-F238E27FC236}">
                <a16:creationId xmlns:a16="http://schemas.microsoft.com/office/drawing/2014/main" id="{781CDB26-7CAC-4FC6-A84E-0BF3A02E03B2}"/>
              </a:ext>
            </a:extLst>
          </p:cNvPr>
          <p:cNvSpPr>
            <a:spLocks xmlns:a="http://schemas.openxmlformats.org/drawingml/2006/main" noGrp="1"/>
          </p:cNvSpPr>
          <p:nvPr/>
        </p:nvSpPr>
        <p:spPr>
          <a:xfrm xmlns:a="http://schemas.openxmlformats.org/drawingml/2006/main">
            <a:off x="9991725" y="3476625"/>
            <a:ext cx="5715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2" name="">
            <a:extLst xmlns:a="http://schemas.openxmlformats.org/drawingml/2006/main">
              <a:ext uri="{FF2B5EF4-FFF2-40B4-BE49-F238E27FC236}">
                <a16:creationId xmlns:a16="http://schemas.microsoft.com/office/drawing/2014/main" id="{C8724E40-28DE-4C72-A296-2BC5F03F10FB}"/>
              </a:ext>
            </a:extLst>
          </p:cNvPr>
          <p:cNvSpPr>
            <a:spLocks xmlns:a="http://schemas.openxmlformats.org/drawingml/2006/main" noGrp="1"/>
          </p:cNvSpPr>
          <p:nvPr/>
        </p:nvSpPr>
        <p:spPr>
          <a:xfrm xmlns:a="http://schemas.openxmlformats.org/drawingml/2006/main">
            <a:off x="9991725" y="33813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33" name="">
            <a:extLst xmlns:a="http://schemas.openxmlformats.org/drawingml/2006/main">
              <a:ext uri="{FF2B5EF4-FFF2-40B4-BE49-F238E27FC236}">
                <a16:creationId xmlns:a16="http://schemas.microsoft.com/office/drawing/2014/main" id="{EBDFC82E-B44A-4352-9E41-894846DBBCBE}"/>
              </a:ext>
            </a:extLst>
          </p:cNvPr>
          <p:cNvSpPr>
            <a:spLocks xmlns:a="http://schemas.openxmlformats.org/drawingml/2006/main" noGrp="1"/>
          </p:cNvSpPr>
          <p:nvPr/>
        </p:nvSpPr>
        <p:spPr>
          <a:xfrm xmlns:a="http://schemas.openxmlformats.org/drawingml/2006/main">
            <a:off x="10191750" y="3162300"/>
            <a:ext cx="9906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3D8DFF"/>
            </a:solidFill>
            <a:prstDash val="solid"/>
          </a:ln>
        </p:spPr>
      </p:sp>
      <p:sp>
        <p:nvSpPr>
          <p:cNvPr id="34" name="">
            <a:extLst xmlns:a="http://schemas.openxmlformats.org/drawingml/2006/main">
              <a:ext uri="{FF2B5EF4-FFF2-40B4-BE49-F238E27FC236}">
                <a16:creationId xmlns:a16="http://schemas.microsoft.com/office/drawing/2014/main" id="{08AE24D7-D122-4471-901E-C3A71552B4A9}"/>
              </a:ext>
            </a:extLst>
          </p:cNvPr>
          <p:cNvSpPr>
            <a:spLocks xmlns:a="http://schemas.openxmlformats.org/drawingml/2006/main" noGrp="1"/>
          </p:cNvSpPr>
          <p:nvPr/>
        </p:nvSpPr>
        <p:spPr>
          <a:xfrm xmlns:a="http://schemas.openxmlformats.org/drawingml/2006/main">
            <a:off x="10267950" y="33718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UI assertion</a:t>
            </a:r>
          </a:p>
        </p:txBody>
      </p:sp>
      <p:sp>
        <p:nvSpPr>
          <p:cNvPr id="35" name="">
            <a:extLst xmlns:a="http://schemas.openxmlformats.org/drawingml/2006/main">
              <a:ext uri="{FF2B5EF4-FFF2-40B4-BE49-F238E27FC236}">
                <a16:creationId xmlns:a16="http://schemas.microsoft.com/office/drawing/2014/main" id="{591A13BC-C89B-43B9-B47E-B6EAC1ED0375}"/>
              </a:ext>
            </a:extLst>
          </p:cNvPr>
          <p:cNvSpPr>
            <a:spLocks xmlns:a="http://schemas.openxmlformats.org/drawingml/2006/main" noGrp="1"/>
          </p:cNvSpPr>
          <p:nvPr/>
        </p:nvSpPr>
        <p:spPr>
          <a:xfrm xmlns:a="http://schemas.openxmlformats.org/drawingml/2006/main">
            <a:off x="6591300" y="42100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470"/>
                </a:solidFill>
              </a:defRPr>
            </a:pPr>
            <a:r>
              <a:rPr sz="1275" b="0">
                <a:solidFill>
                  <a:srgbClr val="5B6470"/>
                </a:solidFill>
              </a:rPr>
              <a:t>The request matching **/api/products never reaches a server. The route returns controlled status, headers, content type, and body; the UI displays the mocked product name.</a:t>
            </a:r>
          </a:p>
        </p:txBody>
      </p:sp>
    </p:spTree>
    <p:extLst>
      <p:ext uri="{BB962C8B-B14F-4D97-AF65-F5344CB8AC3E}">
        <p14:creationId xmlns:p14="http://schemas.microsoft.com/office/powerpoint/2010/main" val="837915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F2CD731-CD22-4184-8ED3-30DA37AB50B8}"/>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A8F87A61-089A-465D-9117-6C17529EE793}"/>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CONFIGURATION</a:t>
            </a:r>
          </a:p>
        </p:txBody>
      </p:sp>
      <p:sp>
        <p:nvSpPr>
          <p:cNvPr id="3" name="">
            <a:extLst xmlns:a="http://schemas.openxmlformats.org/drawingml/2006/main">
              <a:ext uri="{FF2B5EF4-FFF2-40B4-BE49-F238E27FC236}">
                <a16:creationId xmlns:a16="http://schemas.microsoft.com/office/drawing/2014/main" id="{91727759-7972-4EFB-BDF8-A6C77259C29B}"/>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One JSON file controls runtime behavior</a:t>
            </a:r>
          </a:p>
        </p:txBody>
      </p:sp>
      <p:sp>
        <p:nvSpPr>
          <p:cNvPr id="4" name="">
            <a:extLst xmlns:a="http://schemas.openxmlformats.org/drawingml/2006/main">
              <a:ext uri="{FF2B5EF4-FFF2-40B4-BE49-F238E27FC236}">
                <a16:creationId xmlns:a16="http://schemas.microsoft.com/office/drawing/2014/main" id="{D673688A-914D-46CF-A34F-90550DDFBE77}"/>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Evidence is created and attached according to explicit settings</a:t>
            </a:r>
          </a:p>
        </p:txBody>
      </p:sp>
      <p:sp>
        <p:nvSpPr>
          <p:cNvPr id="5" name="">
            <a:extLst xmlns:a="http://schemas.openxmlformats.org/drawingml/2006/main">
              <a:ext uri="{FF2B5EF4-FFF2-40B4-BE49-F238E27FC236}">
                <a16:creationId xmlns:a16="http://schemas.microsoft.com/office/drawing/2014/main" id="{F1B96A5D-2BD3-428A-AEB1-FD2723D85C47}"/>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7784A4B3-63D6-43BB-9598-83D8977FE5AC}"/>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10</a:t>
            </a:r>
          </a:p>
        </p:txBody>
      </p:sp>
      <p:sp>
        <p:nvSpPr>
          <p:cNvPr id="7" name="">
            <a:extLst xmlns:a="http://schemas.openxmlformats.org/drawingml/2006/main">
              <a:ext uri="{FF2B5EF4-FFF2-40B4-BE49-F238E27FC236}">
                <a16:creationId xmlns:a16="http://schemas.microsoft.com/office/drawing/2014/main" id="{22683D3B-1AC4-4964-BFA8-4100CD3CD92F}"/>
              </a:ext>
            </a:extLst>
          </p:cNvPr>
          <p:cNvSpPr>
            <a:spLocks xmlns:a="http://schemas.openxmlformats.org/drawingml/2006/main" noGrp="1"/>
          </p:cNvSpPr>
          <p:nvPr/>
        </p:nvSpPr>
        <p:spPr>
          <a:xfrm xmlns:a="http://schemas.openxmlformats.org/drawingml/2006/main">
            <a:off x="609600" y="2152650"/>
            <a:ext cx="4476750" cy="3476625"/>
          </a:xfrm>
          <a:prstGeom xmlns:a="http://schemas.openxmlformats.org/drawingml/2006/main" prst="roundRect">
            <a:avLst>
              <a:gd name="adj" fmla="val 3288"/>
            </a:avLst>
          </a:prstGeom>
          <a:solidFill xmlns:a="http://schemas.openxmlformats.org/drawingml/2006/main">
            <a:srgbClr val="111827"/>
          </a:solidFill>
          <a:ln xmlns:a="http://schemas.openxmlformats.org/drawingml/2006/main" w="0">
            <a:solidFill>
              <a:srgbClr val="111827"/>
            </a:solidFill>
            <a:prstDash val="solid"/>
          </a:ln>
        </p:spPr>
      </p:sp>
      <p:sp>
        <p:nvSpPr>
          <p:cNvPr id="8" name="">
            <a:extLst xmlns:a="http://schemas.openxmlformats.org/drawingml/2006/main">
              <a:ext uri="{FF2B5EF4-FFF2-40B4-BE49-F238E27FC236}">
                <a16:creationId xmlns:a16="http://schemas.microsoft.com/office/drawing/2014/main" id="{8C415305-2E7E-492C-80FE-AC42BF981C2E}"/>
              </a:ext>
            </a:extLst>
          </p:cNvPr>
          <p:cNvSpPr>
            <a:spLocks xmlns:a="http://schemas.openxmlformats.org/drawingml/2006/main" noGrp="1"/>
          </p:cNvSpPr>
          <p:nvPr/>
        </p:nvSpPr>
        <p:spPr>
          <a:xfrm xmlns:a="http://schemas.openxmlformats.org/drawingml/2006/main">
            <a:off x="819150" y="2324100"/>
            <a:ext cx="4057650" cy="3171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E5EEF8"/>
                </a:solidFill>
              </a:defRPr>
            </a:pPr>
            <a:r>
              <a:rPr sz="1125" b="0">
                <a:solidFill>
                  <a:srgbClr val="E5EEF8"/>
                </a:solidFill>
              </a:rPr>
              <a:t>"browser": "Chromium"</a:t>
            </a:r>
          </a:p>
          <a:p xmlns:a="http://schemas.openxmlformats.org/drawingml/2006/main">
            <a:pPr algn="l">
              <a:defRPr sz="1125" b="0">
                <a:solidFill>
                  <a:srgbClr val="E5EEF8"/>
                </a:solidFill>
              </a:defRPr>
            </a:pPr>
            <a:r>
              <a:rPr sz="1125" b="0">
                <a:solidFill>
                  <a:srgbClr val="E5EEF8"/>
                </a:solidFill>
              </a:rPr>
              <a:t>"headless": false</a:t>
            </a:r>
          </a:p>
          <a:p xmlns:a="http://schemas.openxmlformats.org/drawingml/2006/main">
            <a:pPr algn="l">
              <a:defRPr sz="1125" b="0">
                <a:solidFill>
                  <a:srgbClr val="E5EEF8"/>
                </a:solidFill>
              </a:defRPr>
            </a:pPr>
            <a:r>
              <a:rPr sz="1125" b="0">
                <a:solidFill>
                  <a:srgbClr val="E5EEF8"/>
                </a:solidFill>
              </a:rPr>
              <a:t>"timeoutMilliseconds": 30000</a:t>
            </a:r>
          </a:p>
          <a:p xmlns:a="http://schemas.openxmlformats.org/drawingml/2006/main">
            <a:pPr algn="l">
              <a:defRPr sz="1125" b="0">
                <a:solidFill>
                  <a:srgbClr val="E5EEF8"/>
                </a:solidFill>
              </a:defRPr>
            </a:pPr>
            <a:r>
              <a:rPr sz="1125" b="0">
                <a:solidFill>
                  <a:srgbClr val="E5EEF8"/>
                </a:solidFill>
              </a:rPr>
              <a:t>"viewportWidth": 1280</a:t>
            </a:r>
          </a:p>
          <a:p xmlns:a="http://schemas.openxmlformats.org/drawingml/2006/main">
            <a:pPr algn="l">
              <a:defRPr sz="1125" b="0">
                <a:solidFill>
                  <a:srgbClr val="E5EEF8"/>
                </a:solidFill>
              </a:defRPr>
            </a:pPr>
            <a:r>
              <a:rPr sz="1125" b="0">
                <a:solidFill>
                  <a:srgbClr val="E5EEF8"/>
                </a:solidFill>
              </a:rPr>
              <a:t>"viewportHeight": 720</a:t>
            </a:r>
          </a:p>
          <a:p xmlns:a="http://schemas.openxmlformats.org/drawingml/2006/main">
            <a:pPr algn="l">
              <a:defRPr sz="1125" b="0">
                <a:solidFill>
                  <a:srgbClr val="E5EEF8"/>
                </a:solidFill>
              </a:defRPr>
            </a:pPr>
            <a:r>
              <a:rPr sz="1125" b="0">
                <a:solidFill>
                  <a:srgbClr val="E5EEF8"/>
                </a:solidFill>
              </a:rPr>
              <a:t>"traceEnabled": true</a:t>
            </a:r>
          </a:p>
          <a:p xmlns:a="http://schemas.openxmlformats.org/drawingml/2006/main">
            <a:pPr algn="l">
              <a:defRPr sz="1125" b="0">
                <a:solidFill>
                  <a:srgbClr val="E5EEF8"/>
                </a:solidFill>
              </a:defRPr>
            </a:pPr>
            <a:r>
              <a:rPr sz="1125" b="0">
                <a:solidFill>
                  <a:srgbClr val="E5EEF8"/>
                </a:solidFill>
              </a:rPr>
              <a:t>"videoEnabled": true</a:t>
            </a:r>
          </a:p>
          <a:p xmlns:a="http://schemas.openxmlformats.org/drawingml/2006/main">
            <a:pPr algn="l">
              <a:defRPr sz="1125" b="0">
                <a:solidFill>
                  <a:srgbClr val="E5EEF8"/>
                </a:solidFill>
              </a:defRPr>
            </a:pPr>
            <a:r>
              <a:rPr sz="1125" b="0">
                <a:solidFill>
                  <a:srgbClr val="E5EEF8"/>
                </a:solidFill>
              </a:rPr>
              <a:t>"screenshotOnFailure": true</a:t>
            </a:r>
          </a:p>
          <a:p xmlns:a="http://schemas.openxmlformats.org/drawingml/2006/main">
            <a:pPr algn="l">
              <a:defRPr sz="1125" b="0">
                <a:solidFill>
                  <a:srgbClr val="E5EEF8"/>
                </a:solidFill>
              </a:defRPr>
            </a:pPr>
            <a:r>
              <a:rPr sz="1125" b="0">
                <a:solidFill>
                  <a:srgbClr val="E5EEF8"/>
                </a:solidFill>
              </a:rPr>
              <a:t>"evidenceDirectory": "TestResults"</a:t>
            </a:r>
          </a:p>
        </p:txBody>
      </p:sp>
      <p:sp>
        <p:nvSpPr>
          <p:cNvPr id="9" name="">
            <a:extLst xmlns:a="http://schemas.openxmlformats.org/drawingml/2006/main">
              <a:ext uri="{FF2B5EF4-FFF2-40B4-BE49-F238E27FC236}">
                <a16:creationId xmlns:a16="http://schemas.microsoft.com/office/drawing/2014/main" id="{D90EC22E-0FF4-4CCE-BC50-8DCF112B68A3}"/>
              </a:ext>
            </a:extLst>
          </p:cNvPr>
          <p:cNvSpPr>
            <a:spLocks xmlns:a="http://schemas.openxmlformats.org/drawingml/2006/main" noGrp="1"/>
          </p:cNvSpPr>
          <p:nvPr/>
        </p:nvSpPr>
        <p:spPr>
          <a:xfrm xmlns:a="http://schemas.openxmlformats.org/drawingml/2006/main">
            <a:off x="5619750" y="2152650"/>
            <a:ext cx="5962650" cy="666750"/>
          </a:xfrm>
          <a:prstGeom xmlns:a="http://schemas.openxmlformats.org/drawingml/2006/main" prst="roundRect">
            <a:avLst>
              <a:gd name="adj" fmla="val 17143"/>
            </a:avLst>
          </a:prstGeom>
          <a:solidFill xmlns:a="http://schemas.openxmlformats.org/drawingml/2006/main">
            <a:srgbClr val="F7F8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21274D5F-A31D-4876-B0A8-27FCE8A3B8BE}"/>
              </a:ext>
            </a:extLst>
          </p:cNvPr>
          <p:cNvSpPr>
            <a:spLocks xmlns:a="http://schemas.openxmlformats.org/drawingml/2006/main" noGrp="1"/>
          </p:cNvSpPr>
          <p:nvPr/>
        </p:nvSpPr>
        <p:spPr>
          <a:xfrm xmlns:a="http://schemas.openxmlformats.org/drawingml/2006/main">
            <a:off x="5810250" y="23145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Trace</a:t>
            </a:r>
          </a:p>
        </p:txBody>
      </p:sp>
      <p:sp>
        <p:nvSpPr>
          <p:cNvPr id="11" name="">
            <a:extLst xmlns:a="http://schemas.openxmlformats.org/drawingml/2006/main">
              <a:ext uri="{FF2B5EF4-FFF2-40B4-BE49-F238E27FC236}">
                <a16:creationId xmlns:a16="http://schemas.microsoft.com/office/drawing/2014/main" id="{9FDD3A0F-C665-402F-9624-0C760CDA3EA6}"/>
              </a:ext>
            </a:extLst>
          </p:cNvPr>
          <p:cNvSpPr>
            <a:spLocks xmlns:a="http://schemas.openxmlformats.org/drawingml/2006/main" noGrp="1"/>
          </p:cNvSpPr>
          <p:nvPr/>
        </p:nvSpPr>
        <p:spPr>
          <a:xfrm xmlns:a="http://schemas.openxmlformats.org/drawingml/2006/main">
            <a:off x="7010400" y="23145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00000"/>
                </a:solidFill>
              </a:defRPr>
            </a:pPr>
            <a:r>
              <a:rPr sz="1125" b="0">
                <a:solidFill>
                  <a:srgbClr val="000000"/>
                </a:solidFill>
              </a:rPr>
              <a:t>Every test when enabled</a:t>
            </a:r>
          </a:p>
        </p:txBody>
      </p:sp>
      <p:sp>
        <p:nvSpPr>
          <p:cNvPr id="12" name="">
            <a:extLst xmlns:a="http://schemas.openxmlformats.org/drawingml/2006/main">
              <a:ext uri="{FF2B5EF4-FFF2-40B4-BE49-F238E27FC236}">
                <a16:creationId xmlns:a16="http://schemas.microsoft.com/office/drawing/2014/main" id="{52C9864D-7DB0-4B5E-93FD-D04462E0D093}"/>
              </a:ext>
            </a:extLst>
          </p:cNvPr>
          <p:cNvSpPr>
            <a:spLocks xmlns:a="http://schemas.openxmlformats.org/drawingml/2006/main" noGrp="1"/>
          </p:cNvSpPr>
          <p:nvPr/>
        </p:nvSpPr>
        <p:spPr>
          <a:xfrm xmlns:a="http://schemas.openxmlformats.org/drawingml/2006/main">
            <a:off x="9525000" y="231457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*_Trace.zip</a:t>
            </a:r>
          </a:p>
        </p:txBody>
      </p:sp>
      <p:sp>
        <p:nvSpPr>
          <p:cNvPr id="13" name="">
            <a:extLst xmlns:a="http://schemas.openxmlformats.org/drawingml/2006/main">
              <a:ext uri="{FF2B5EF4-FFF2-40B4-BE49-F238E27FC236}">
                <a16:creationId xmlns:a16="http://schemas.microsoft.com/office/drawing/2014/main" id="{CA48E356-3525-4A3B-B765-006D8E519A51}"/>
              </a:ext>
            </a:extLst>
          </p:cNvPr>
          <p:cNvSpPr>
            <a:spLocks xmlns:a="http://schemas.openxmlformats.org/drawingml/2006/main" noGrp="1"/>
          </p:cNvSpPr>
          <p:nvPr/>
        </p:nvSpPr>
        <p:spPr>
          <a:xfrm xmlns:a="http://schemas.openxmlformats.org/drawingml/2006/main">
            <a:off x="5619750" y="2971800"/>
            <a:ext cx="59626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3053F752-0922-45C4-A478-86F56BAB4669}"/>
              </a:ext>
            </a:extLst>
          </p:cNvPr>
          <p:cNvSpPr>
            <a:spLocks xmlns:a="http://schemas.openxmlformats.org/drawingml/2006/main" noGrp="1"/>
          </p:cNvSpPr>
          <p:nvPr/>
        </p:nvSpPr>
        <p:spPr>
          <a:xfrm xmlns:a="http://schemas.openxmlformats.org/drawingml/2006/main">
            <a:off x="5810250" y="313372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Video</a:t>
            </a:r>
          </a:p>
        </p:txBody>
      </p:sp>
      <p:sp>
        <p:nvSpPr>
          <p:cNvPr id="15" name="">
            <a:extLst xmlns:a="http://schemas.openxmlformats.org/drawingml/2006/main">
              <a:ext uri="{FF2B5EF4-FFF2-40B4-BE49-F238E27FC236}">
                <a16:creationId xmlns:a16="http://schemas.microsoft.com/office/drawing/2014/main" id="{32735E18-1E2F-474E-B403-E97D5B2DCC95}"/>
              </a:ext>
            </a:extLst>
          </p:cNvPr>
          <p:cNvSpPr>
            <a:spLocks xmlns:a="http://schemas.openxmlformats.org/drawingml/2006/main" noGrp="1"/>
          </p:cNvSpPr>
          <p:nvPr/>
        </p:nvSpPr>
        <p:spPr>
          <a:xfrm xmlns:a="http://schemas.openxmlformats.org/drawingml/2006/main">
            <a:off x="7010400" y="31337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00000"/>
                </a:solidFill>
              </a:defRPr>
            </a:pPr>
            <a:r>
              <a:rPr sz="1125" b="0">
                <a:solidFill>
                  <a:srgbClr val="000000"/>
                </a:solidFill>
              </a:rPr>
              <a:t>Browser context recording</a:t>
            </a:r>
          </a:p>
        </p:txBody>
      </p:sp>
      <p:sp>
        <p:nvSpPr>
          <p:cNvPr id="16" name="">
            <a:extLst xmlns:a="http://schemas.openxmlformats.org/drawingml/2006/main">
              <a:ext uri="{FF2B5EF4-FFF2-40B4-BE49-F238E27FC236}">
                <a16:creationId xmlns:a16="http://schemas.microsoft.com/office/drawing/2014/main" id="{A08AD7C7-DD40-481D-9A95-EDFBEBE628E1}"/>
              </a:ext>
            </a:extLst>
          </p:cNvPr>
          <p:cNvSpPr>
            <a:spLocks xmlns:a="http://schemas.openxmlformats.org/drawingml/2006/main" noGrp="1"/>
          </p:cNvSpPr>
          <p:nvPr/>
        </p:nvSpPr>
        <p:spPr>
          <a:xfrm xmlns:a="http://schemas.openxmlformats.org/drawingml/2006/main">
            <a:off x="9525000" y="31337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*.webm</a:t>
            </a:r>
          </a:p>
        </p:txBody>
      </p:sp>
      <p:sp>
        <p:nvSpPr>
          <p:cNvPr id="17" name="">
            <a:extLst xmlns:a="http://schemas.openxmlformats.org/drawingml/2006/main">
              <a:ext uri="{FF2B5EF4-FFF2-40B4-BE49-F238E27FC236}">
                <a16:creationId xmlns:a16="http://schemas.microsoft.com/office/drawing/2014/main" id="{265464A5-F9F0-4D72-8DE5-56CF2491546E}"/>
              </a:ext>
            </a:extLst>
          </p:cNvPr>
          <p:cNvSpPr>
            <a:spLocks xmlns:a="http://schemas.openxmlformats.org/drawingml/2006/main" noGrp="1"/>
          </p:cNvSpPr>
          <p:nvPr/>
        </p:nvSpPr>
        <p:spPr>
          <a:xfrm xmlns:a="http://schemas.openxmlformats.org/drawingml/2006/main">
            <a:off x="5619750" y="3790950"/>
            <a:ext cx="5962650" cy="666750"/>
          </a:xfrm>
          <a:prstGeom xmlns:a="http://schemas.openxmlformats.org/drawingml/2006/main" prst="roundRect">
            <a:avLst>
              <a:gd name="adj" fmla="val 17143"/>
            </a:avLst>
          </a:prstGeom>
          <a:solidFill xmlns:a="http://schemas.openxmlformats.org/drawingml/2006/main">
            <a:srgbClr val="F7F8FA"/>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EC0E255D-1197-42F2-9671-E869819F5DD3}"/>
              </a:ext>
            </a:extLst>
          </p:cNvPr>
          <p:cNvSpPr>
            <a:spLocks xmlns:a="http://schemas.openxmlformats.org/drawingml/2006/main" noGrp="1"/>
          </p:cNvSpPr>
          <p:nvPr/>
        </p:nvSpPr>
        <p:spPr>
          <a:xfrm xmlns:a="http://schemas.openxmlformats.org/drawingml/2006/main">
            <a:off x="5810250" y="39528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Screenshot</a:t>
            </a:r>
          </a:p>
        </p:txBody>
      </p:sp>
      <p:sp>
        <p:nvSpPr>
          <p:cNvPr id="19" name="">
            <a:extLst xmlns:a="http://schemas.openxmlformats.org/drawingml/2006/main">
              <a:ext uri="{FF2B5EF4-FFF2-40B4-BE49-F238E27FC236}">
                <a16:creationId xmlns:a16="http://schemas.microsoft.com/office/drawing/2014/main" id="{14DD2FB9-D052-46AB-8FDA-3C43D8803E14}"/>
              </a:ext>
            </a:extLst>
          </p:cNvPr>
          <p:cNvSpPr>
            <a:spLocks xmlns:a="http://schemas.openxmlformats.org/drawingml/2006/main" noGrp="1"/>
          </p:cNvSpPr>
          <p:nvPr/>
        </p:nvSpPr>
        <p:spPr>
          <a:xfrm xmlns:a="http://schemas.openxmlformats.org/drawingml/2006/main">
            <a:off x="7010400" y="39528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00000"/>
                </a:solidFill>
              </a:defRPr>
            </a:pPr>
            <a:r>
              <a:rPr sz="1125" b="0">
                <a:solidFill>
                  <a:srgbClr val="000000"/>
                </a:solidFill>
              </a:rPr>
              <a:t>Only when a test fails</a:t>
            </a:r>
          </a:p>
        </p:txBody>
      </p:sp>
      <p:sp>
        <p:nvSpPr>
          <p:cNvPr id="20" name="">
            <a:extLst xmlns:a="http://schemas.openxmlformats.org/drawingml/2006/main">
              <a:ext uri="{FF2B5EF4-FFF2-40B4-BE49-F238E27FC236}">
                <a16:creationId xmlns:a16="http://schemas.microsoft.com/office/drawing/2014/main" id="{0F9B253D-40EA-4DAA-A0CB-57F822390ABF}"/>
              </a:ext>
            </a:extLst>
          </p:cNvPr>
          <p:cNvSpPr>
            <a:spLocks xmlns:a="http://schemas.openxmlformats.org/drawingml/2006/main" noGrp="1"/>
          </p:cNvSpPr>
          <p:nvPr/>
        </p:nvSpPr>
        <p:spPr>
          <a:xfrm xmlns:a="http://schemas.openxmlformats.org/drawingml/2006/main">
            <a:off x="9525000" y="395287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*_Failure.png</a:t>
            </a:r>
          </a:p>
        </p:txBody>
      </p:sp>
      <p:sp>
        <p:nvSpPr>
          <p:cNvPr id="21" name="">
            <a:extLst xmlns:a="http://schemas.openxmlformats.org/drawingml/2006/main">
              <a:ext uri="{FF2B5EF4-FFF2-40B4-BE49-F238E27FC236}">
                <a16:creationId xmlns:a16="http://schemas.microsoft.com/office/drawing/2014/main" id="{359D7477-2793-423D-A1D4-A09DA23A9C99}"/>
              </a:ext>
            </a:extLst>
          </p:cNvPr>
          <p:cNvSpPr>
            <a:spLocks xmlns:a="http://schemas.openxmlformats.org/drawingml/2006/main" noGrp="1"/>
          </p:cNvSpPr>
          <p:nvPr/>
        </p:nvSpPr>
        <p:spPr>
          <a:xfrm xmlns:a="http://schemas.openxmlformats.org/drawingml/2006/main">
            <a:off x="5619750" y="4610100"/>
            <a:ext cx="59626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A19A93A3-F96B-4EA0-855A-13F92539A109}"/>
              </a:ext>
            </a:extLst>
          </p:cNvPr>
          <p:cNvSpPr>
            <a:spLocks xmlns:a="http://schemas.openxmlformats.org/drawingml/2006/main" noGrp="1"/>
          </p:cNvSpPr>
          <p:nvPr/>
        </p:nvSpPr>
        <p:spPr>
          <a:xfrm xmlns:a="http://schemas.openxmlformats.org/drawingml/2006/main">
            <a:off x="5810250" y="477202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Allure</a:t>
            </a:r>
          </a:p>
        </p:txBody>
      </p:sp>
      <p:sp>
        <p:nvSpPr>
          <p:cNvPr id="23" name="">
            <a:extLst xmlns:a="http://schemas.openxmlformats.org/drawingml/2006/main">
              <a:ext uri="{FF2B5EF4-FFF2-40B4-BE49-F238E27FC236}">
                <a16:creationId xmlns:a16="http://schemas.microsoft.com/office/drawing/2014/main" id="{9E4506E7-6978-4CF5-8414-27BFB2A25427}"/>
              </a:ext>
            </a:extLst>
          </p:cNvPr>
          <p:cNvSpPr>
            <a:spLocks xmlns:a="http://schemas.openxmlformats.org/drawingml/2006/main" noGrp="1"/>
          </p:cNvSpPr>
          <p:nvPr/>
        </p:nvSpPr>
        <p:spPr>
          <a:xfrm xmlns:a="http://schemas.openxmlformats.org/drawingml/2006/main">
            <a:off x="7010400" y="4772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00000"/>
                </a:solidFill>
              </a:defRPr>
            </a:pPr>
            <a:r>
              <a:rPr sz="1125" b="0">
                <a:solidFill>
                  <a:srgbClr val="000000"/>
                </a:solidFill>
              </a:rPr>
              <a:t>Raw results + attachments</a:t>
            </a:r>
          </a:p>
        </p:txBody>
      </p:sp>
      <p:sp>
        <p:nvSpPr>
          <p:cNvPr id="24" name="">
            <a:extLst xmlns:a="http://schemas.openxmlformats.org/drawingml/2006/main">
              <a:ext uri="{FF2B5EF4-FFF2-40B4-BE49-F238E27FC236}">
                <a16:creationId xmlns:a16="http://schemas.microsoft.com/office/drawing/2014/main" id="{BA6EAA13-7E0D-44D4-B830-ABDA4EFF2523}"/>
              </a:ext>
            </a:extLst>
          </p:cNvPr>
          <p:cNvSpPr>
            <a:spLocks xmlns:a="http://schemas.openxmlformats.org/drawingml/2006/main" noGrp="1"/>
          </p:cNvSpPr>
          <p:nvPr/>
        </p:nvSpPr>
        <p:spPr>
          <a:xfrm xmlns:a="http://schemas.openxmlformats.org/drawingml/2006/main">
            <a:off x="9525000" y="4772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Reports/allure-results</a:t>
            </a:r>
          </a:p>
        </p:txBody>
      </p:sp>
      <p:sp>
        <p:nvSpPr>
          <p:cNvPr id="25" name="">
            <a:extLst xmlns:a="http://schemas.openxmlformats.org/drawingml/2006/main">
              <a:ext uri="{FF2B5EF4-FFF2-40B4-BE49-F238E27FC236}">
                <a16:creationId xmlns:a16="http://schemas.microsoft.com/office/drawing/2014/main" id="{2CA6DF92-50A6-4DDC-A210-2A75DB67BEA2}"/>
              </a:ext>
            </a:extLst>
          </p:cNvPr>
          <p:cNvSpPr>
            <a:spLocks xmlns:a="http://schemas.openxmlformats.org/drawingml/2006/main" noGrp="1"/>
          </p:cNvSpPr>
          <p:nvPr/>
        </p:nvSpPr>
        <p:spPr>
          <a:xfrm xmlns:a="http://schemas.openxmlformats.org/drawingml/2006/main">
            <a:off x="5619750" y="5524500"/>
            <a:ext cx="5962650" cy="552450"/>
          </a:xfrm>
          <a:prstGeom xmlns:a="http://schemas.openxmlformats.org/drawingml/2006/main" prst="roundRect">
            <a:avLst>
              <a:gd name="adj" fmla="val 20690"/>
            </a:avLst>
          </a:prstGeom>
          <a:solidFill xmlns:a="http://schemas.openxmlformats.org/drawingml/2006/main">
            <a:srgbClr val="E9F7F0"/>
          </a:solidFill>
          <a:ln xmlns:a="http://schemas.openxmlformats.org/drawingml/2006/main" w="9525">
            <a:solidFill>
              <a:srgbClr val="178A5B"/>
            </a:solidFill>
            <a:prstDash val="solid"/>
          </a:ln>
        </p:spPr>
      </p:sp>
      <p:sp>
        <p:nvSpPr>
          <p:cNvPr id="26" name="">
            <a:extLst xmlns:a="http://schemas.openxmlformats.org/drawingml/2006/main">
              <a:ext uri="{FF2B5EF4-FFF2-40B4-BE49-F238E27FC236}">
                <a16:creationId xmlns:a16="http://schemas.microsoft.com/office/drawing/2014/main" id="{C598101D-10C0-47BB-A3CA-617AC7C286A5}"/>
              </a:ext>
            </a:extLst>
          </p:cNvPr>
          <p:cNvSpPr>
            <a:spLocks xmlns:a="http://schemas.openxmlformats.org/drawingml/2006/main" noGrp="1"/>
          </p:cNvSpPr>
          <p:nvPr/>
        </p:nvSpPr>
        <p:spPr>
          <a:xfrm xmlns:a="http://schemas.openxmlformats.org/drawingml/2006/main">
            <a:off x="5829300" y="5686425"/>
            <a:ext cx="556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8A5B"/>
                </a:solidFill>
              </a:defRPr>
            </a:pPr>
            <a:r>
              <a:rPr sz="1200" b="1">
                <a:solidFill>
                  <a:srgbClr val="178A5B"/>
                </a:solidFill>
              </a:rPr>
              <a:t>BROWSER environment variable temporarily overrides the JSON browser.</a:t>
            </a:r>
          </a:p>
        </p:txBody>
      </p:sp>
    </p:spTree>
    <p:extLst>
      <p:ext uri="{BB962C8B-B14F-4D97-AF65-F5344CB8AC3E}">
        <p14:creationId xmlns:p14="http://schemas.microsoft.com/office/powerpoint/2010/main" val="9731799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497A83-1EAC-49FA-A674-36AE911B44AD}"/>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22078D56-E439-4D99-9536-F105CE32DED0}"/>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EXECUTION</a:t>
            </a:r>
          </a:p>
        </p:txBody>
      </p:sp>
      <p:sp>
        <p:nvSpPr>
          <p:cNvPr id="3" name="">
            <a:extLst xmlns:a="http://schemas.openxmlformats.org/drawingml/2006/main">
              <a:ext uri="{FF2B5EF4-FFF2-40B4-BE49-F238E27FC236}">
                <a16:creationId xmlns:a16="http://schemas.microsoft.com/office/drawing/2014/main" id="{FA247B11-6CCF-4A56-8507-1101CB9C180E}"/>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How to run on Windows</a:t>
            </a:r>
          </a:p>
        </p:txBody>
      </p:sp>
      <p:sp>
        <p:nvSpPr>
          <p:cNvPr id="4" name="">
            <a:extLst xmlns:a="http://schemas.openxmlformats.org/drawingml/2006/main">
              <a:ext uri="{FF2B5EF4-FFF2-40B4-BE49-F238E27FC236}">
                <a16:creationId xmlns:a16="http://schemas.microsoft.com/office/drawing/2014/main" id="{D637D596-8414-4A9E-8D13-BDA73D6339FC}"/>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Open PowerShell in Assignment8\PlaywrightAdvancedFeatures</a:t>
            </a:r>
          </a:p>
        </p:txBody>
      </p:sp>
      <p:sp>
        <p:nvSpPr>
          <p:cNvPr id="5" name="">
            <a:extLst xmlns:a="http://schemas.openxmlformats.org/drawingml/2006/main">
              <a:ext uri="{FF2B5EF4-FFF2-40B4-BE49-F238E27FC236}">
                <a16:creationId xmlns:a16="http://schemas.microsoft.com/office/drawing/2014/main" id="{AE2D4758-F015-491C-8946-CCD1A209881C}"/>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20DA03C2-4D77-4C87-B658-19C038048978}"/>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11</a:t>
            </a:r>
          </a:p>
        </p:txBody>
      </p:sp>
      <p:sp>
        <p:nvSpPr>
          <p:cNvPr id="7" name="">
            <a:extLst xmlns:a="http://schemas.openxmlformats.org/drawingml/2006/main">
              <a:ext uri="{FF2B5EF4-FFF2-40B4-BE49-F238E27FC236}">
                <a16:creationId xmlns:a16="http://schemas.microsoft.com/office/drawing/2014/main" id="{06E46328-C451-459E-B191-C8F187727DF9}"/>
              </a:ext>
            </a:extLst>
          </p:cNvPr>
          <p:cNvSpPr>
            <a:spLocks xmlns:a="http://schemas.openxmlformats.org/drawingml/2006/main" noGrp="1"/>
          </p:cNvSpPr>
          <p:nvPr/>
        </p:nvSpPr>
        <p:spPr>
          <a:xfrm xmlns:a="http://schemas.openxmlformats.org/drawingml/2006/main">
            <a:off x="609600" y="2114550"/>
            <a:ext cx="7239000" cy="4000500"/>
          </a:xfrm>
          <a:prstGeom xmlns:a="http://schemas.openxmlformats.org/drawingml/2006/main" prst="roundRect">
            <a:avLst>
              <a:gd name="adj" fmla="val 2857"/>
            </a:avLst>
          </a:prstGeom>
          <a:solidFill xmlns:a="http://schemas.openxmlformats.org/drawingml/2006/main">
            <a:srgbClr val="111827"/>
          </a:solidFill>
          <a:ln xmlns:a="http://schemas.openxmlformats.org/drawingml/2006/main" w="0">
            <a:solidFill>
              <a:srgbClr val="111827"/>
            </a:solidFill>
            <a:prstDash val="solid"/>
          </a:ln>
        </p:spPr>
      </p:sp>
      <p:sp>
        <p:nvSpPr>
          <p:cNvPr id="8" name="">
            <a:extLst xmlns:a="http://schemas.openxmlformats.org/drawingml/2006/main">
              <a:ext uri="{FF2B5EF4-FFF2-40B4-BE49-F238E27FC236}">
                <a16:creationId xmlns:a16="http://schemas.microsoft.com/office/drawing/2014/main" id="{E19A24B0-D5FF-4EDE-BE56-1627ECA4E417}"/>
              </a:ext>
            </a:extLst>
          </p:cNvPr>
          <p:cNvSpPr>
            <a:spLocks xmlns:a="http://schemas.openxmlformats.org/drawingml/2006/main" noGrp="1"/>
          </p:cNvSpPr>
          <p:nvPr/>
        </p:nvSpPr>
        <p:spPr>
          <a:xfrm xmlns:a="http://schemas.openxmlformats.org/drawingml/2006/main">
            <a:off x="819150" y="2286000"/>
            <a:ext cx="6819900" cy="3695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E5EEF8"/>
                </a:solidFill>
              </a:defRPr>
            </a:pPr>
            <a:r>
              <a:rPr sz="1125" b="0">
                <a:solidFill>
                  <a:srgbClr val="E5EEF8"/>
                </a:solidFill>
              </a:rPr>
              <a:t>dotnet --list-sdks</a:t>
            </a:r>
          </a:p>
          <a:p xmlns:a="http://schemas.openxmlformats.org/drawingml/2006/main">
            <a:r>
              <a:t/>
            </a:r>
          </a:p>
          <a:p xmlns:a="http://schemas.openxmlformats.org/drawingml/2006/main">
            <a:pPr algn="l">
              <a:defRPr sz="1125" b="0">
                <a:solidFill>
                  <a:srgbClr val="E5EEF8"/>
                </a:solidFill>
              </a:defRPr>
            </a:pPr>
            <a:r>
              <a:rPr sz="1125" b="0">
                <a:solidFill>
                  <a:srgbClr val="E5EEF8"/>
                </a:solidFill>
              </a:rPr>
              <a:t>dotnet restore .\PlaywrightAdvancedFeatures.csproj</a:t>
            </a:r>
          </a:p>
          <a:p xmlns:a="http://schemas.openxmlformats.org/drawingml/2006/main">
            <a:pPr algn="l">
              <a:defRPr sz="1125" b="0">
                <a:solidFill>
                  <a:srgbClr val="E5EEF8"/>
                </a:solidFill>
              </a:defRPr>
            </a:pPr>
            <a:r>
              <a:rPr sz="1125" b="0">
                <a:solidFill>
                  <a:srgbClr val="E5EEF8"/>
                </a:solidFill>
              </a:rPr>
              <a:t>dotnet build .\PlaywrightAdvancedFeatures.csproj</a:t>
            </a:r>
          </a:p>
          <a:p xmlns:a="http://schemas.openxmlformats.org/drawingml/2006/main">
            <a:r>
              <a:t/>
            </a:r>
          </a:p>
          <a:p xmlns:a="http://schemas.openxmlformats.org/drawingml/2006/main">
            <a:pPr algn="l">
              <a:defRPr sz="1125" b="0">
                <a:solidFill>
                  <a:srgbClr val="E5EEF8"/>
                </a:solidFill>
              </a:defRPr>
            </a:pPr>
            <a:r>
              <a:rPr sz="1125" b="0">
                <a:solidFill>
                  <a:srgbClr val="E5EEF8"/>
                </a:solidFill>
              </a:rPr>
              <a:t>powershell -ExecutionPolicy Bypass -File .\bin\Debug\net10.0\playwright.ps1 install chromium webkit</a:t>
            </a:r>
          </a:p>
          <a:p xmlns:a="http://schemas.openxmlformats.org/drawingml/2006/main">
            <a:r>
              <a:t/>
            </a:r>
          </a:p>
          <a:p xmlns:a="http://schemas.openxmlformats.org/drawingml/2006/main">
            <a:pPr algn="l">
              <a:defRPr sz="1125" b="0">
                <a:solidFill>
                  <a:srgbClr val="E5EEF8"/>
                </a:solidFill>
              </a:defRPr>
            </a:pPr>
            <a:r>
              <a:rPr sz="1125" b="0">
                <a:solidFill>
                  <a:srgbClr val="E5EEF8"/>
                </a:solidFill>
              </a:rPr>
              <a:t>$env:BROWSER = "Chromium"</a:t>
            </a:r>
          </a:p>
          <a:p xmlns:a="http://schemas.openxmlformats.org/drawingml/2006/main">
            <a:pPr algn="l">
              <a:defRPr sz="1125" b="0">
                <a:solidFill>
                  <a:srgbClr val="E5EEF8"/>
                </a:solidFill>
              </a:defRPr>
            </a:pPr>
            <a:r>
              <a:rPr sz="1125" b="0">
                <a:solidFill>
                  <a:srgbClr val="E5EEF8"/>
                </a:solidFill>
              </a:rPr>
              <a:t>dotnet test .\PlaywrightAdvancedFeatures.csproj --filter "TestCategory=AdvancedFeatures"</a:t>
            </a:r>
          </a:p>
          <a:p xmlns:a="http://schemas.openxmlformats.org/drawingml/2006/main">
            <a:pPr algn="l">
              <a:defRPr sz="1125" b="0">
                <a:solidFill>
                  <a:srgbClr val="E5EEF8"/>
                </a:solidFill>
              </a:defRPr>
            </a:pPr>
            <a:r>
              <a:rPr sz="1125" b="0">
                <a:solidFill>
                  <a:srgbClr val="E5EEF8"/>
                </a:solidFill>
              </a:rPr>
              <a:t>Remove-Item Env:\BROWSER -ErrorAction SilentlyContinue</a:t>
            </a:r>
          </a:p>
        </p:txBody>
      </p:sp>
      <p:sp>
        <p:nvSpPr>
          <p:cNvPr id="9" name="">
            <a:extLst xmlns:a="http://schemas.openxmlformats.org/drawingml/2006/main">
              <a:ext uri="{FF2B5EF4-FFF2-40B4-BE49-F238E27FC236}">
                <a16:creationId xmlns:a16="http://schemas.microsoft.com/office/drawing/2014/main" id="{A7202239-E6F3-4050-89A1-7E3B646486F1}"/>
              </a:ext>
            </a:extLst>
          </p:cNvPr>
          <p:cNvSpPr>
            <a:spLocks xmlns:a="http://schemas.openxmlformats.org/drawingml/2006/main" noGrp="1"/>
          </p:cNvSpPr>
          <p:nvPr/>
        </p:nvSpPr>
        <p:spPr>
          <a:xfrm xmlns:a="http://schemas.openxmlformats.org/drawingml/2006/main">
            <a:off x="8229600" y="2114550"/>
            <a:ext cx="3352800" cy="1238250"/>
          </a:xfrm>
          <a:prstGeom xmlns:a="http://schemas.openxmlformats.org/drawingml/2006/main" prst="roundRect">
            <a:avLst>
              <a:gd name="adj" fmla="val 9231"/>
            </a:avLst>
          </a:prstGeom>
          <a:solidFill xmlns:a="http://schemas.openxmlformats.org/drawingml/2006/main">
            <a:srgbClr val="F7F8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3E63BDFC-E1BF-4B21-9DAC-AFE323FD0725}"/>
              </a:ext>
            </a:extLst>
          </p:cNvPr>
          <p:cNvSpPr>
            <a:spLocks xmlns:a="http://schemas.openxmlformats.org/drawingml/2006/main" noGrp="1"/>
          </p:cNvSpPr>
          <p:nvPr/>
        </p:nvSpPr>
        <p:spPr>
          <a:xfrm xmlns:a="http://schemas.openxmlformats.org/drawingml/2006/main">
            <a:off x="8401050" y="228600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D76AB97D-E58F-4490-AD3A-21E4DA37D2DA}"/>
              </a:ext>
            </a:extLst>
          </p:cNvPr>
          <p:cNvSpPr>
            <a:spLocks xmlns:a="http://schemas.openxmlformats.org/drawingml/2006/main" noGrp="1"/>
          </p:cNvSpPr>
          <p:nvPr/>
        </p:nvSpPr>
        <p:spPr>
          <a:xfrm xmlns:a="http://schemas.openxmlformats.org/drawingml/2006/main">
            <a:off x="8401050" y="23622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12" name="">
            <a:extLst xmlns:a="http://schemas.openxmlformats.org/drawingml/2006/main">
              <a:ext uri="{FF2B5EF4-FFF2-40B4-BE49-F238E27FC236}">
                <a16:creationId xmlns:a16="http://schemas.microsoft.com/office/drawing/2014/main" id="{F2C7B51D-4E0D-4215-85B0-F404CB754E56}"/>
              </a:ext>
            </a:extLst>
          </p:cNvPr>
          <p:cNvSpPr>
            <a:spLocks xmlns:a="http://schemas.openxmlformats.org/drawingml/2006/main" noGrp="1"/>
          </p:cNvSpPr>
          <p:nvPr/>
        </p:nvSpPr>
        <p:spPr>
          <a:xfrm xmlns:a="http://schemas.openxmlformats.org/drawingml/2006/main">
            <a:off x="8896350" y="228600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First run</a:t>
            </a:r>
          </a:p>
        </p:txBody>
      </p:sp>
      <p:sp>
        <p:nvSpPr>
          <p:cNvPr id="13" name="">
            <a:extLst xmlns:a="http://schemas.openxmlformats.org/drawingml/2006/main">
              <a:ext uri="{FF2B5EF4-FFF2-40B4-BE49-F238E27FC236}">
                <a16:creationId xmlns:a16="http://schemas.microsoft.com/office/drawing/2014/main" id="{85E576B9-7AF1-4FAA-99F4-D1FEB76494AB}"/>
              </a:ext>
            </a:extLst>
          </p:cNvPr>
          <p:cNvSpPr>
            <a:spLocks xmlns:a="http://schemas.openxmlformats.org/drawingml/2006/main" noGrp="1"/>
          </p:cNvSpPr>
          <p:nvPr/>
        </p:nvSpPr>
        <p:spPr>
          <a:xfrm xmlns:a="http://schemas.openxmlformats.org/drawingml/2006/main">
            <a:off x="8439150" y="2705100"/>
            <a:ext cx="293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Restore, build, then install the browser binaries.</a:t>
            </a:r>
          </a:p>
        </p:txBody>
      </p:sp>
      <p:sp>
        <p:nvSpPr>
          <p:cNvPr id="14" name="">
            <a:extLst xmlns:a="http://schemas.openxmlformats.org/drawingml/2006/main">
              <a:ext uri="{FF2B5EF4-FFF2-40B4-BE49-F238E27FC236}">
                <a16:creationId xmlns:a16="http://schemas.microsoft.com/office/drawing/2014/main" id="{0D7A1F4B-BCBE-416D-ABDF-4F86391A7EC6}"/>
              </a:ext>
            </a:extLst>
          </p:cNvPr>
          <p:cNvSpPr>
            <a:spLocks xmlns:a="http://schemas.openxmlformats.org/drawingml/2006/main" noGrp="1"/>
          </p:cNvSpPr>
          <p:nvPr/>
        </p:nvSpPr>
        <p:spPr>
          <a:xfrm xmlns:a="http://schemas.openxmlformats.org/drawingml/2006/main">
            <a:off x="8229600" y="3543300"/>
            <a:ext cx="3352800" cy="1238250"/>
          </a:xfrm>
          <a:prstGeom xmlns:a="http://schemas.openxmlformats.org/drawingml/2006/main" prst="roundRect">
            <a:avLst>
              <a:gd name="adj" fmla="val 9231"/>
            </a:avLst>
          </a:prstGeom>
          <a:solidFill xmlns:a="http://schemas.openxmlformats.org/drawingml/2006/main">
            <a:srgbClr val="F7F8FA"/>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7BEAB7F-F4B7-4707-9ED4-8DDF7300778D}"/>
              </a:ext>
            </a:extLst>
          </p:cNvPr>
          <p:cNvSpPr>
            <a:spLocks xmlns:a="http://schemas.openxmlformats.org/drawingml/2006/main" noGrp="1"/>
          </p:cNvSpPr>
          <p:nvPr/>
        </p:nvSpPr>
        <p:spPr>
          <a:xfrm xmlns:a="http://schemas.openxmlformats.org/drawingml/2006/main">
            <a:off x="8401050" y="37147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53C9379C-1BAF-4D7E-97FE-1916249C5747}"/>
              </a:ext>
            </a:extLst>
          </p:cNvPr>
          <p:cNvSpPr>
            <a:spLocks xmlns:a="http://schemas.openxmlformats.org/drawingml/2006/main" noGrp="1"/>
          </p:cNvSpPr>
          <p:nvPr/>
        </p:nvSpPr>
        <p:spPr>
          <a:xfrm xmlns:a="http://schemas.openxmlformats.org/drawingml/2006/main">
            <a:off x="8401050" y="37909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7" name="">
            <a:extLst xmlns:a="http://schemas.openxmlformats.org/drawingml/2006/main">
              <a:ext uri="{FF2B5EF4-FFF2-40B4-BE49-F238E27FC236}">
                <a16:creationId xmlns:a16="http://schemas.microsoft.com/office/drawing/2014/main" id="{32C520B4-5D64-46BB-998E-490732478484}"/>
              </a:ext>
            </a:extLst>
          </p:cNvPr>
          <p:cNvSpPr>
            <a:spLocks xmlns:a="http://schemas.openxmlformats.org/drawingml/2006/main" noGrp="1"/>
          </p:cNvSpPr>
          <p:nvPr/>
        </p:nvSpPr>
        <p:spPr>
          <a:xfrm xmlns:a="http://schemas.openxmlformats.org/drawingml/2006/main">
            <a:off x="8896350" y="371475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Choose browser</a:t>
            </a:r>
          </a:p>
        </p:txBody>
      </p:sp>
      <p:sp>
        <p:nvSpPr>
          <p:cNvPr id="18" name="">
            <a:extLst xmlns:a="http://schemas.openxmlformats.org/drawingml/2006/main">
              <a:ext uri="{FF2B5EF4-FFF2-40B4-BE49-F238E27FC236}">
                <a16:creationId xmlns:a16="http://schemas.microsoft.com/office/drawing/2014/main" id="{201FCC94-97D4-463A-8895-70C6679FFB28}"/>
              </a:ext>
            </a:extLst>
          </p:cNvPr>
          <p:cNvSpPr>
            <a:spLocks xmlns:a="http://schemas.openxmlformats.org/drawingml/2006/main" noGrp="1"/>
          </p:cNvSpPr>
          <p:nvPr/>
        </p:nvSpPr>
        <p:spPr>
          <a:xfrm xmlns:a="http://schemas.openxmlformats.org/drawingml/2006/main">
            <a:off x="8439150" y="4133850"/>
            <a:ext cx="293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Use Chromium or replace the value with WebKit.</a:t>
            </a:r>
          </a:p>
        </p:txBody>
      </p:sp>
      <p:sp>
        <p:nvSpPr>
          <p:cNvPr id="19" name="">
            <a:extLst xmlns:a="http://schemas.openxmlformats.org/drawingml/2006/main">
              <a:ext uri="{FF2B5EF4-FFF2-40B4-BE49-F238E27FC236}">
                <a16:creationId xmlns:a16="http://schemas.microsoft.com/office/drawing/2014/main" id="{2B58F56F-5462-468F-BAF2-3C20EF225273}"/>
              </a:ext>
            </a:extLst>
          </p:cNvPr>
          <p:cNvSpPr>
            <a:spLocks xmlns:a="http://schemas.openxmlformats.org/drawingml/2006/main" noGrp="1"/>
          </p:cNvSpPr>
          <p:nvPr/>
        </p:nvSpPr>
        <p:spPr>
          <a:xfrm xmlns:a="http://schemas.openxmlformats.org/drawingml/2006/main">
            <a:off x="8229600" y="4972050"/>
            <a:ext cx="3352800" cy="1143000"/>
          </a:xfrm>
          <a:prstGeom xmlns:a="http://schemas.openxmlformats.org/drawingml/2006/main" prst="roundRect">
            <a:avLst>
              <a:gd name="adj" fmla="val 10000"/>
            </a:avLst>
          </a:prstGeom>
          <a:solidFill xmlns:a="http://schemas.openxmlformats.org/drawingml/2006/main">
            <a:srgbClr val="E9F7F0"/>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09EACD7A-B427-4B89-86B0-841E38D2CF8F}"/>
              </a:ext>
            </a:extLst>
          </p:cNvPr>
          <p:cNvSpPr>
            <a:spLocks xmlns:a="http://schemas.openxmlformats.org/drawingml/2006/main" noGrp="1"/>
          </p:cNvSpPr>
          <p:nvPr/>
        </p:nvSpPr>
        <p:spPr>
          <a:xfrm xmlns:a="http://schemas.openxmlformats.org/drawingml/2006/main">
            <a:off x="8401050" y="5143500"/>
            <a:ext cx="361950" cy="361950"/>
          </a:xfrm>
          <a:prstGeom xmlns:a="http://schemas.openxmlformats.org/drawingml/2006/main" prst="ellipse">
            <a:avLst/>
          </a:prstGeom>
          <a:solidFill xmlns:a="http://schemas.openxmlformats.org/drawingml/2006/main">
            <a:srgbClr val="178A5B"/>
          </a:solidFill>
          <a:ln xmlns:a="http://schemas.openxmlformats.org/drawingml/2006/main" w="0">
            <a:solidFill>
              <a:srgbClr val="178A5B"/>
            </a:solidFill>
            <a:prstDash val="solid"/>
          </a:ln>
        </p:spPr>
      </p:sp>
      <p:sp>
        <p:nvSpPr>
          <p:cNvPr id="21" name="">
            <a:extLst xmlns:a="http://schemas.openxmlformats.org/drawingml/2006/main">
              <a:ext uri="{FF2B5EF4-FFF2-40B4-BE49-F238E27FC236}">
                <a16:creationId xmlns:a16="http://schemas.microsoft.com/office/drawing/2014/main" id="{8C6DA1D0-E3EC-4A3F-8DA6-09E14A919173}"/>
              </a:ext>
            </a:extLst>
          </p:cNvPr>
          <p:cNvSpPr>
            <a:spLocks xmlns:a="http://schemas.openxmlformats.org/drawingml/2006/main" noGrp="1"/>
          </p:cNvSpPr>
          <p:nvPr/>
        </p:nvSpPr>
        <p:spPr>
          <a:xfrm xmlns:a="http://schemas.openxmlformats.org/drawingml/2006/main">
            <a:off x="8401050" y="52197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22" name="">
            <a:extLst xmlns:a="http://schemas.openxmlformats.org/drawingml/2006/main">
              <a:ext uri="{FF2B5EF4-FFF2-40B4-BE49-F238E27FC236}">
                <a16:creationId xmlns:a16="http://schemas.microsoft.com/office/drawing/2014/main" id="{54E56F67-B450-4A5B-B0D5-6E634237AD11}"/>
              </a:ext>
            </a:extLst>
          </p:cNvPr>
          <p:cNvSpPr>
            <a:spLocks xmlns:a="http://schemas.openxmlformats.org/drawingml/2006/main" noGrp="1"/>
          </p:cNvSpPr>
          <p:nvPr/>
        </p:nvSpPr>
        <p:spPr>
          <a:xfrm xmlns:a="http://schemas.openxmlformats.org/drawingml/2006/main">
            <a:off x="8896350" y="514350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Expected</a:t>
            </a:r>
          </a:p>
        </p:txBody>
      </p:sp>
      <p:sp>
        <p:nvSpPr>
          <p:cNvPr id="23" name="">
            <a:extLst xmlns:a="http://schemas.openxmlformats.org/drawingml/2006/main">
              <a:ext uri="{FF2B5EF4-FFF2-40B4-BE49-F238E27FC236}">
                <a16:creationId xmlns:a16="http://schemas.microsoft.com/office/drawing/2014/main" id="{20F3493D-BFD4-4205-BBC9-73B58EDDCB85}"/>
              </a:ext>
            </a:extLst>
          </p:cNvPr>
          <p:cNvSpPr>
            <a:spLocks xmlns:a="http://schemas.openxmlformats.org/drawingml/2006/main" noGrp="1"/>
          </p:cNvSpPr>
          <p:nvPr/>
        </p:nvSpPr>
        <p:spPr>
          <a:xfrm xmlns:a="http://schemas.openxmlformats.org/drawingml/2006/main">
            <a:off x="8439150" y="5562600"/>
            <a:ext cx="293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Failed: 0 • Passed: 6 • Total: 6</a:t>
            </a:r>
          </a:p>
        </p:txBody>
      </p:sp>
    </p:spTree>
    <p:extLst>
      <p:ext uri="{BB962C8B-B14F-4D97-AF65-F5344CB8AC3E}">
        <p14:creationId xmlns:p14="http://schemas.microsoft.com/office/powerpoint/2010/main" val="6433331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983FBD9-F076-475F-969D-900B55453B1B}"/>
              </a:ext>
            </a:extLst>
          </p:cNvPr>
          <p:cNvSpPr>
            <a:spLocks xmlns:a="http://schemas.openxmlformats.org/drawingml/2006/main" noGrp="1"/>
          </p:cNvSpPr>
          <p:nvPr/>
        </p:nvSpPr>
        <p:spPr>
          <a:xfrm xmlns:a="http://schemas.openxmlformats.org/drawingml/2006/main">
            <a:off x="609600" y="400050"/>
            <a:ext cx="1743075"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BEF9D625-E77E-4C34-9F32-A12A5F64D5F7}"/>
              </a:ext>
            </a:extLst>
          </p:cNvPr>
          <p:cNvSpPr>
            <a:spLocks xmlns:a="http://schemas.openxmlformats.org/drawingml/2006/main" noGrp="1"/>
          </p:cNvSpPr>
          <p:nvPr/>
        </p:nvSpPr>
        <p:spPr>
          <a:xfrm xmlns:a="http://schemas.openxmlformats.org/drawingml/2006/main">
            <a:off x="704850" y="447675"/>
            <a:ext cx="1552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PRESENTATION PLAN</a:t>
            </a:r>
          </a:p>
        </p:txBody>
      </p:sp>
      <p:sp>
        <p:nvSpPr>
          <p:cNvPr id="3" name="">
            <a:extLst xmlns:a="http://schemas.openxmlformats.org/drawingml/2006/main">
              <a:ext uri="{FF2B5EF4-FFF2-40B4-BE49-F238E27FC236}">
                <a16:creationId xmlns:a16="http://schemas.microsoft.com/office/drawing/2014/main" id="{1B1A84F9-0CD7-4FB7-88F4-E7DBD2776266}"/>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A clear 10–12 minute walkthrough</a:t>
            </a:r>
          </a:p>
        </p:txBody>
      </p:sp>
      <p:sp>
        <p:nvSpPr>
          <p:cNvPr id="4" name="">
            <a:extLst xmlns:a="http://schemas.openxmlformats.org/drawingml/2006/main">
              <a:ext uri="{FF2B5EF4-FFF2-40B4-BE49-F238E27FC236}">
                <a16:creationId xmlns:a16="http://schemas.microsoft.com/office/drawing/2014/main" id="{0BFBED06-AC96-438A-974A-725AF0F5498E}"/>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Explain design first, then prove it with one controlled execution</a:t>
            </a:r>
          </a:p>
        </p:txBody>
      </p:sp>
      <p:sp>
        <p:nvSpPr>
          <p:cNvPr id="5" name="">
            <a:extLst xmlns:a="http://schemas.openxmlformats.org/drawingml/2006/main">
              <a:ext uri="{FF2B5EF4-FFF2-40B4-BE49-F238E27FC236}">
                <a16:creationId xmlns:a16="http://schemas.microsoft.com/office/drawing/2014/main" id="{D3A5EB07-C0AA-4D93-B37E-F8A16ED8097D}"/>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3B68E95B-5A78-4FCD-AF7B-46431B06D2FE}"/>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12</a:t>
            </a:r>
          </a:p>
        </p:txBody>
      </p:sp>
      <p:sp>
        <p:nvSpPr>
          <p:cNvPr id="7" name="">
            <a:extLst xmlns:a="http://schemas.openxmlformats.org/drawingml/2006/main">
              <a:ext uri="{FF2B5EF4-FFF2-40B4-BE49-F238E27FC236}">
                <a16:creationId xmlns:a16="http://schemas.microsoft.com/office/drawing/2014/main" id="{4636F776-0857-4187-861B-EA0F706E38FB}"/>
              </a:ext>
            </a:extLst>
          </p:cNvPr>
          <p:cNvSpPr>
            <a:spLocks xmlns:a="http://schemas.openxmlformats.org/drawingml/2006/main" noGrp="1"/>
          </p:cNvSpPr>
          <p:nvPr/>
        </p:nvSpPr>
        <p:spPr>
          <a:xfrm xmlns:a="http://schemas.openxmlformats.org/drawingml/2006/main">
            <a:off x="609600" y="2495550"/>
            <a:ext cx="1581150" cy="1847850"/>
          </a:xfrm>
          <a:prstGeom xmlns:a="http://schemas.openxmlformats.org/drawingml/2006/main" prst="roundRect">
            <a:avLst>
              <a:gd name="adj" fmla="val 7229"/>
            </a:avLst>
          </a:prstGeom>
          <a:solidFill xmlns:a="http://schemas.openxmlformats.org/drawingml/2006/main">
            <a:srgbClr val="F7F8FA"/>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1545CA35-6B86-4F4B-A703-317C735CAA31}"/>
              </a:ext>
            </a:extLst>
          </p:cNvPr>
          <p:cNvSpPr>
            <a:spLocks xmlns:a="http://schemas.openxmlformats.org/drawingml/2006/main" noGrp="1"/>
          </p:cNvSpPr>
          <p:nvPr/>
        </p:nvSpPr>
        <p:spPr>
          <a:xfrm xmlns:a="http://schemas.openxmlformats.org/drawingml/2006/main">
            <a:off x="781050" y="2686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D8DFF"/>
                </a:solidFill>
              </a:defRPr>
            </a:pPr>
            <a:r>
              <a:rPr sz="1650" b="1">
                <a:solidFill>
                  <a:srgbClr val="3D8DFF"/>
                </a:solidFill>
              </a:rPr>
              <a:t>0:00</a:t>
            </a:r>
          </a:p>
        </p:txBody>
      </p:sp>
      <p:sp>
        <p:nvSpPr>
          <p:cNvPr id="9" name="">
            <a:extLst xmlns:a="http://schemas.openxmlformats.org/drawingml/2006/main">
              <a:ext uri="{FF2B5EF4-FFF2-40B4-BE49-F238E27FC236}">
                <a16:creationId xmlns:a16="http://schemas.microsoft.com/office/drawing/2014/main" id="{F6A9AE6F-3318-4E2A-8930-07E6E6D9B3A6}"/>
              </a:ext>
            </a:extLst>
          </p:cNvPr>
          <p:cNvSpPr>
            <a:spLocks xmlns:a="http://schemas.openxmlformats.org/drawingml/2006/main" noGrp="1"/>
          </p:cNvSpPr>
          <p:nvPr/>
        </p:nvSpPr>
        <p:spPr>
          <a:xfrm xmlns:a="http://schemas.openxmlformats.org/drawingml/2006/main">
            <a:off x="781050" y="3124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Context</a:t>
            </a:r>
          </a:p>
        </p:txBody>
      </p:sp>
      <p:sp>
        <p:nvSpPr>
          <p:cNvPr id="10" name="">
            <a:extLst xmlns:a="http://schemas.openxmlformats.org/drawingml/2006/main">
              <a:ext uri="{FF2B5EF4-FFF2-40B4-BE49-F238E27FC236}">
                <a16:creationId xmlns:a16="http://schemas.microsoft.com/office/drawing/2014/main" id="{4606055E-9BA7-4618-B0F3-0F50DFB7ED47}"/>
              </a:ext>
            </a:extLst>
          </p:cNvPr>
          <p:cNvSpPr>
            <a:spLocks xmlns:a="http://schemas.openxmlformats.org/drawingml/2006/main" noGrp="1"/>
          </p:cNvSpPr>
          <p:nvPr/>
        </p:nvSpPr>
        <p:spPr>
          <a:xfrm xmlns:a="http://schemas.openxmlformats.org/drawingml/2006/main">
            <a:off x="781050" y="352425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Why the separate project exists</a:t>
            </a:r>
          </a:p>
        </p:txBody>
      </p:sp>
      <p:sp>
        <p:nvSpPr>
          <p:cNvPr id="11" name="">
            <a:extLst xmlns:a="http://schemas.openxmlformats.org/drawingml/2006/main">
              <a:ext uri="{FF2B5EF4-FFF2-40B4-BE49-F238E27FC236}">
                <a16:creationId xmlns:a16="http://schemas.microsoft.com/office/drawing/2014/main" id="{B4CF055F-65EF-49C4-B4F5-40D7B5EF8D3E}"/>
              </a:ext>
            </a:extLst>
          </p:cNvPr>
          <p:cNvSpPr>
            <a:spLocks xmlns:a="http://schemas.openxmlformats.org/drawingml/2006/main" noGrp="1"/>
          </p:cNvSpPr>
          <p:nvPr/>
        </p:nvSpPr>
        <p:spPr>
          <a:xfrm xmlns:a="http://schemas.openxmlformats.org/drawingml/2006/main">
            <a:off x="2209800" y="3362325"/>
            <a:ext cx="762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DA20B2BA-C615-4926-9D8E-DD6F40C7E934}"/>
              </a:ext>
            </a:extLst>
          </p:cNvPr>
          <p:cNvSpPr>
            <a:spLocks xmlns:a="http://schemas.openxmlformats.org/drawingml/2006/main" noGrp="1"/>
          </p:cNvSpPr>
          <p:nvPr/>
        </p:nvSpPr>
        <p:spPr>
          <a:xfrm xmlns:a="http://schemas.openxmlformats.org/drawingml/2006/main">
            <a:off x="2228850" y="32670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0D7E0A0C-66C3-4FA5-A384-793301447397}"/>
              </a:ext>
            </a:extLst>
          </p:cNvPr>
          <p:cNvSpPr>
            <a:spLocks xmlns:a="http://schemas.openxmlformats.org/drawingml/2006/main" noGrp="1"/>
          </p:cNvSpPr>
          <p:nvPr/>
        </p:nvSpPr>
        <p:spPr>
          <a:xfrm xmlns:a="http://schemas.openxmlformats.org/drawingml/2006/main">
            <a:off x="2438400" y="2495550"/>
            <a:ext cx="1581150" cy="1847850"/>
          </a:xfrm>
          <a:prstGeom xmlns:a="http://schemas.openxmlformats.org/drawingml/2006/main" prst="roundRect">
            <a:avLst>
              <a:gd name="adj" fmla="val 7229"/>
            </a:avLst>
          </a:prstGeom>
          <a:solidFill xmlns:a="http://schemas.openxmlformats.org/drawingml/2006/main">
            <a:srgbClr val="F7F8FA"/>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74EA2DBC-D94B-4741-87B4-E0A82375DA08}"/>
              </a:ext>
            </a:extLst>
          </p:cNvPr>
          <p:cNvSpPr>
            <a:spLocks xmlns:a="http://schemas.openxmlformats.org/drawingml/2006/main" noGrp="1"/>
          </p:cNvSpPr>
          <p:nvPr/>
        </p:nvSpPr>
        <p:spPr>
          <a:xfrm xmlns:a="http://schemas.openxmlformats.org/drawingml/2006/main">
            <a:off x="2609850" y="2686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D8DFF"/>
                </a:solidFill>
              </a:defRPr>
            </a:pPr>
            <a:r>
              <a:rPr sz="1650" b="1">
                <a:solidFill>
                  <a:srgbClr val="3D8DFF"/>
                </a:solidFill>
              </a:rPr>
              <a:t>1:00</a:t>
            </a:r>
          </a:p>
        </p:txBody>
      </p:sp>
      <p:sp>
        <p:nvSpPr>
          <p:cNvPr id="15" name="">
            <a:extLst xmlns:a="http://schemas.openxmlformats.org/drawingml/2006/main">
              <a:ext uri="{FF2B5EF4-FFF2-40B4-BE49-F238E27FC236}">
                <a16:creationId xmlns:a16="http://schemas.microsoft.com/office/drawing/2014/main" id="{2FCB6A06-C5CA-4C3E-96E8-9581B1F5D075}"/>
              </a:ext>
            </a:extLst>
          </p:cNvPr>
          <p:cNvSpPr>
            <a:spLocks xmlns:a="http://schemas.openxmlformats.org/drawingml/2006/main" noGrp="1"/>
          </p:cNvSpPr>
          <p:nvPr/>
        </p:nvSpPr>
        <p:spPr>
          <a:xfrm xmlns:a="http://schemas.openxmlformats.org/drawingml/2006/main">
            <a:off x="2609850" y="3124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Structure</a:t>
            </a:r>
          </a:p>
        </p:txBody>
      </p:sp>
      <p:sp>
        <p:nvSpPr>
          <p:cNvPr id="16" name="">
            <a:extLst xmlns:a="http://schemas.openxmlformats.org/drawingml/2006/main">
              <a:ext uri="{FF2B5EF4-FFF2-40B4-BE49-F238E27FC236}">
                <a16:creationId xmlns:a16="http://schemas.microsoft.com/office/drawing/2014/main" id="{AF6C2214-864D-4B7D-B8B9-34D1C22318F4}"/>
              </a:ext>
            </a:extLst>
          </p:cNvPr>
          <p:cNvSpPr>
            <a:spLocks xmlns:a="http://schemas.openxmlformats.org/drawingml/2006/main" noGrp="1"/>
          </p:cNvSpPr>
          <p:nvPr/>
        </p:nvSpPr>
        <p:spPr>
          <a:xfrm xmlns:a="http://schemas.openxmlformats.org/drawingml/2006/main">
            <a:off x="2609850" y="352425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Folder map + relationships</a:t>
            </a:r>
          </a:p>
        </p:txBody>
      </p:sp>
      <p:sp>
        <p:nvSpPr>
          <p:cNvPr id="17" name="">
            <a:extLst xmlns:a="http://schemas.openxmlformats.org/drawingml/2006/main">
              <a:ext uri="{FF2B5EF4-FFF2-40B4-BE49-F238E27FC236}">
                <a16:creationId xmlns:a16="http://schemas.microsoft.com/office/drawing/2014/main" id="{A815E753-2308-42AE-8736-82B04ABF1CA2}"/>
              </a:ext>
            </a:extLst>
          </p:cNvPr>
          <p:cNvSpPr>
            <a:spLocks xmlns:a="http://schemas.openxmlformats.org/drawingml/2006/main" noGrp="1"/>
          </p:cNvSpPr>
          <p:nvPr/>
        </p:nvSpPr>
        <p:spPr>
          <a:xfrm xmlns:a="http://schemas.openxmlformats.org/drawingml/2006/main">
            <a:off x="4038600" y="3362325"/>
            <a:ext cx="762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8" name="">
            <a:extLst xmlns:a="http://schemas.openxmlformats.org/drawingml/2006/main">
              <a:ext uri="{FF2B5EF4-FFF2-40B4-BE49-F238E27FC236}">
                <a16:creationId xmlns:a16="http://schemas.microsoft.com/office/drawing/2014/main" id="{104DC5E1-369E-4963-9D2E-D3E1B5D17D42}"/>
              </a:ext>
            </a:extLst>
          </p:cNvPr>
          <p:cNvSpPr>
            <a:spLocks xmlns:a="http://schemas.openxmlformats.org/drawingml/2006/main" noGrp="1"/>
          </p:cNvSpPr>
          <p:nvPr/>
        </p:nvSpPr>
        <p:spPr>
          <a:xfrm xmlns:a="http://schemas.openxmlformats.org/drawingml/2006/main">
            <a:off x="4057650" y="32670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8522DB62-50DF-4D52-B938-E2FC920C25CF}"/>
              </a:ext>
            </a:extLst>
          </p:cNvPr>
          <p:cNvSpPr>
            <a:spLocks xmlns:a="http://schemas.openxmlformats.org/drawingml/2006/main" noGrp="1"/>
          </p:cNvSpPr>
          <p:nvPr/>
        </p:nvSpPr>
        <p:spPr>
          <a:xfrm xmlns:a="http://schemas.openxmlformats.org/drawingml/2006/main">
            <a:off x="4267200" y="2495550"/>
            <a:ext cx="1581150" cy="1847850"/>
          </a:xfrm>
          <a:prstGeom xmlns:a="http://schemas.openxmlformats.org/drawingml/2006/main" prst="roundRect">
            <a:avLst>
              <a:gd name="adj" fmla="val 7229"/>
            </a:avLst>
          </a:prstGeom>
          <a:solidFill xmlns:a="http://schemas.openxmlformats.org/drawingml/2006/main">
            <a:srgbClr val="F7F8FA"/>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AE323D79-FCC1-4FBE-8B1E-7B3743C0BDFB}"/>
              </a:ext>
            </a:extLst>
          </p:cNvPr>
          <p:cNvSpPr>
            <a:spLocks xmlns:a="http://schemas.openxmlformats.org/drawingml/2006/main" noGrp="1"/>
          </p:cNvSpPr>
          <p:nvPr/>
        </p:nvSpPr>
        <p:spPr>
          <a:xfrm xmlns:a="http://schemas.openxmlformats.org/drawingml/2006/main">
            <a:off x="4438650" y="2686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D8DFF"/>
                </a:solidFill>
              </a:defRPr>
            </a:pPr>
            <a:r>
              <a:rPr sz="1650" b="1">
                <a:solidFill>
                  <a:srgbClr val="3D8DFF"/>
                </a:solidFill>
              </a:rPr>
              <a:t>3:30</a:t>
            </a:r>
          </a:p>
        </p:txBody>
      </p:sp>
      <p:sp>
        <p:nvSpPr>
          <p:cNvPr id="21" name="">
            <a:extLst xmlns:a="http://schemas.openxmlformats.org/drawingml/2006/main">
              <a:ext uri="{FF2B5EF4-FFF2-40B4-BE49-F238E27FC236}">
                <a16:creationId xmlns:a16="http://schemas.microsoft.com/office/drawing/2014/main" id="{93260076-C902-4C39-8EE2-D27FFF83D896}"/>
              </a:ext>
            </a:extLst>
          </p:cNvPr>
          <p:cNvSpPr>
            <a:spLocks xmlns:a="http://schemas.openxmlformats.org/drawingml/2006/main" noGrp="1"/>
          </p:cNvSpPr>
          <p:nvPr/>
        </p:nvSpPr>
        <p:spPr>
          <a:xfrm xmlns:a="http://schemas.openxmlformats.org/drawingml/2006/main">
            <a:off x="4438650" y="3124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Lifecycle</a:t>
            </a:r>
          </a:p>
        </p:txBody>
      </p:sp>
      <p:sp>
        <p:nvSpPr>
          <p:cNvPr id="22" name="">
            <a:extLst xmlns:a="http://schemas.openxmlformats.org/drawingml/2006/main">
              <a:ext uri="{FF2B5EF4-FFF2-40B4-BE49-F238E27FC236}">
                <a16:creationId xmlns:a16="http://schemas.microsoft.com/office/drawing/2014/main" id="{39C00F08-60E6-43D1-835A-F63044B99747}"/>
              </a:ext>
            </a:extLst>
          </p:cNvPr>
          <p:cNvSpPr>
            <a:spLocks xmlns:a="http://schemas.openxmlformats.org/drawingml/2006/main" noGrp="1"/>
          </p:cNvSpPr>
          <p:nvPr/>
        </p:nvSpPr>
        <p:spPr>
          <a:xfrm xmlns:a="http://schemas.openxmlformats.org/drawingml/2006/main">
            <a:off x="4438650" y="352425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Setup, teardown, evidence</a:t>
            </a:r>
          </a:p>
        </p:txBody>
      </p:sp>
      <p:sp>
        <p:nvSpPr>
          <p:cNvPr id="23" name="">
            <a:extLst xmlns:a="http://schemas.openxmlformats.org/drawingml/2006/main">
              <a:ext uri="{FF2B5EF4-FFF2-40B4-BE49-F238E27FC236}">
                <a16:creationId xmlns:a16="http://schemas.microsoft.com/office/drawing/2014/main" id="{C8B11D3B-110C-426B-8A32-1D83D5A9E7F5}"/>
              </a:ext>
            </a:extLst>
          </p:cNvPr>
          <p:cNvSpPr>
            <a:spLocks xmlns:a="http://schemas.openxmlformats.org/drawingml/2006/main" noGrp="1"/>
          </p:cNvSpPr>
          <p:nvPr/>
        </p:nvSpPr>
        <p:spPr>
          <a:xfrm xmlns:a="http://schemas.openxmlformats.org/drawingml/2006/main">
            <a:off x="5867400" y="3362325"/>
            <a:ext cx="762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4" name="">
            <a:extLst xmlns:a="http://schemas.openxmlformats.org/drawingml/2006/main">
              <a:ext uri="{FF2B5EF4-FFF2-40B4-BE49-F238E27FC236}">
                <a16:creationId xmlns:a16="http://schemas.microsoft.com/office/drawing/2014/main" id="{FFF24CF3-1383-49D9-ADED-C4145AB589FF}"/>
              </a:ext>
            </a:extLst>
          </p:cNvPr>
          <p:cNvSpPr>
            <a:spLocks xmlns:a="http://schemas.openxmlformats.org/drawingml/2006/main" noGrp="1"/>
          </p:cNvSpPr>
          <p:nvPr/>
        </p:nvSpPr>
        <p:spPr>
          <a:xfrm xmlns:a="http://schemas.openxmlformats.org/drawingml/2006/main">
            <a:off x="5886450" y="32670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B5A881A5-E469-440D-939E-CC6F74453D0C}"/>
              </a:ext>
            </a:extLst>
          </p:cNvPr>
          <p:cNvSpPr>
            <a:spLocks xmlns:a="http://schemas.openxmlformats.org/drawingml/2006/main" noGrp="1"/>
          </p:cNvSpPr>
          <p:nvPr/>
        </p:nvSpPr>
        <p:spPr>
          <a:xfrm xmlns:a="http://schemas.openxmlformats.org/drawingml/2006/main">
            <a:off x="6096000" y="2495550"/>
            <a:ext cx="1581150" cy="1847850"/>
          </a:xfrm>
          <a:prstGeom xmlns:a="http://schemas.openxmlformats.org/drawingml/2006/main" prst="roundRect">
            <a:avLst>
              <a:gd name="adj" fmla="val 7229"/>
            </a:avLst>
          </a:prstGeom>
          <a:solidFill xmlns:a="http://schemas.openxmlformats.org/drawingml/2006/main">
            <a:srgbClr val="F7F8FA"/>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F369BBD9-9F76-4512-B7B5-C463C8E3A398}"/>
              </a:ext>
            </a:extLst>
          </p:cNvPr>
          <p:cNvSpPr>
            <a:spLocks xmlns:a="http://schemas.openxmlformats.org/drawingml/2006/main" noGrp="1"/>
          </p:cNvSpPr>
          <p:nvPr/>
        </p:nvSpPr>
        <p:spPr>
          <a:xfrm xmlns:a="http://schemas.openxmlformats.org/drawingml/2006/main">
            <a:off x="6267450" y="2686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D8DFF"/>
                </a:solidFill>
              </a:defRPr>
            </a:pPr>
            <a:r>
              <a:rPr sz="1650" b="1">
                <a:solidFill>
                  <a:srgbClr val="3D8DFF"/>
                </a:solidFill>
              </a:rPr>
              <a:t>5:30</a:t>
            </a:r>
          </a:p>
        </p:txBody>
      </p:sp>
      <p:sp>
        <p:nvSpPr>
          <p:cNvPr id="27" name="">
            <a:extLst xmlns:a="http://schemas.openxmlformats.org/drawingml/2006/main">
              <a:ext uri="{FF2B5EF4-FFF2-40B4-BE49-F238E27FC236}">
                <a16:creationId xmlns:a16="http://schemas.microsoft.com/office/drawing/2014/main" id="{33928305-44B3-4533-AC1D-5DB42B2771C3}"/>
              </a:ext>
            </a:extLst>
          </p:cNvPr>
          <p:cNvSpPr>
            <a:spLocks xmlns:a="http://schemas.openxmlformats.org/drawingml/2006/main" noGrp="1"/>
          </p:cNvSpPr>
          <p:nvPr/>
        </p:nvSpPr>
        <p:spPr>
          <a:xfrm xmlns:a="http://schemas.openxmlformats.org/drawingml/2006/main">
            <a:off x="6267450" y="3124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Tests</a:t>
            </a:r>
          </a:p>
        </p:txBody>
      </p:sp>
      <p:sp>
        <p:nvSpPr>
          <p:cNvPr id="28" name="">
            <a:extLst xmlns:a="http://schemas.openxmlformats.org/drawingml/2006/main">
              <a:ext uri="{FF2B5EF4-FFF2-40B4-BE49-F238E27FC236}">
                <a16:creationId xmlns:a16="http://schemas.microsoft.com/office/drawing/2014/main" id="{7FF6C05C-718E-49B0-845F-55C1ED85ABB4}"/>
              </a:ext>
            </a:extLst>
          </p:cNvPr>
          <p:cNvSpPr>
            <a:spLocks xmlns:a="http://schemas.openxmlformats.org/drawingml/2006/main" noGrp="1"/>
          </p:cNvSpPr>
          <p:nvPr/>
        </p:nvSpPr>
        <p:spPr>
          <a:xfrm xmlns:a="http://schemas.openxmlformats.org/drawingml/2006/main">
            <a:off x="6267450" y="352425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Five classes / six cases</a:t>
            </a:r>
          </a:p>
        </p:txBody>
      </p:sp>
      <p:sp>
        <p:nvSpPr>
          <p:cNvPr id="29" name="">
            <a:extLst xmlns:a="http://schemas.openxmlformats.org/drawingml/2006/main">
              <a:ext uri="{FF2B5EF4-FFF2-40B4-BE49-F238E27FC236}">
                <a16:creationId xmlns:a16="http://schemas.microsoft.com/office/drawing/2014/main" id="{F13369B4-D433-477E-98C7-5DFDAA8CAD02}"/>
              </a:ext>
            </a:extLst>
          </p:cNvPr>
          <p:cNvSpPr>
            <a:spLocks xmlns:a="http://schemas.openxmlformats.org/drawingml/2006/main" noGrp="1"/>
          </p:cNvSpPr>
          <p:nvPr/>
        </p:nvSpPr>
        <p:spPr>
          <a:xfrm xmlns:a="http://schemas.openxmlformats.org/drawingml/2006/main">
            <a:off x="7696200" y="3362325"/>
            <a:ext cx="762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0" name="">
            <a:extLst xmlns:a="http://schemas.openxmlformats.org/drawingml/2006/main">
              <a:ext uri="{FF2B5EF4-FFF2-40B4-BE49-F238E27FC236}">
                <a16:creationId xmlns:a16="http://schemas.microsoft.com/office/drawing/2014/main" id="{F4557FB7-145B-4398-9F9A-4F7F54C817DC}"/>
              </a:ext>
            </a:extLst>
          </p:cNvPr>
          <p:cNvSpPr>
            <a:spLocks xmlns:a="http://schemas.openxmlformats.org/drawingml/2006/main" noGrp="1"/>
          </p:cNvSpPr>
          <p:nvPr/>
        </p:nvSpPr>
        <p:spPr>
          <a:xfrm xmlns:a="http://schemas.openxmlformats.org/drawingml/2006/main">
            <a:off x="7715250" y="32670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31" name="">
            <a:extLst xmlns:a="http://schemas.openxmlformats.org/drawingml/2006/main">
              <a:ext uri="{FF2B5EF4-FFF2-40B4-BE49-F238E27FC236}">
                <a16:creationId xmlns:a16="http://schemas.microsoft.com/office/drawing/2014/main" id="{F18F86DB-1EDB-46FE-A349-5F8C243851C4}"/>
              </a:ext>
            </a:extLst>
          </p:cNvPr>
          <p:cNvSpPr>
            <a:spLocks xmlns:a="http://schemas.openxmlformats.org/drawingml/2006/main" noGrp="1"/>
          </p:cNvSpPr>
          <p:nvPr/>
        </p:nvSpPr>
        <p:spPr>
          <a:xfrm xmlns:a="http://schemas.openxmlformats.org/drawingml/2006/main">
            <a:off x="7924800" y="2495550"/>
            <a:ext cx="1581150" cy="1847850"/>
          </a:xfrm>
          <a:prstGeom xmlns:a="http://schemas.openxmlformats.org/drawingml/2006/main" prst="roundRect">
            <a:avLst>
              <a:gd name="adj" fmla="val 7229"/>
            </a:avLst>
          </a:prstGeom>
          <a:solidFill xmlns:a="http://schemas.openxmlformats.org/drawingml/2006/main">
            <a:srgbClr val="EAF4FF"/>
          </a:solidFill>
          <a:ln xmlns:a="http://schemas.openxmlformats.org/drawingml/2006/main" w="19050">
            <a:solidFill>
              <a:srgbClr val="3D8DFF"/>
            </a:solidFill>
            <a:prstDash val="solid"/>
          </a:ln>
        </p:spPr>
      </p:sp>
      <p:sp>
        <p:nvSpPr>
          <p:cNvPr id="32" name="">
            <a:extLst xmlns:a="http://schemas.openxmlformats.org/drawingml/2006/main">
              <a:ext uri="{FF2B5EF4-FFF2-40B4-BE49-F238E27FC236}">
                <a16:creationId xmlns:a16="http://schemas.microsoft.com/office/drawing/2014/main" id="{F99DD091-B14F-4EDF-A977-730AF009CA44}"/>
              </a:ext>
            </a:extLst>
          </p:cNvPr>
          <p:cNvSpPr>
            <a:spLocks xmlns:a="http://schemas.openxmlformats.org/drawingml/2006/main" noGrp="1"/>
          </p:cNvSpPr>
          <p:nvPr/>
        </p:nvSpPr>
        <p:spPr>
          <a:xfrm xmlns:a="http://schemas.openxmlformats.org/drawingml/2006/main">
            <a:off x="8096250" y="2686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D8DFF"/>
                </a:solidFill>
              </a:defRPr>
            </a:pPr>
            <a:r>
              <a:rPr sz="1650" b="1">
                <a:solidFill>
                  <a:srgbClr val="3D8DFF"/>
                </a:solidFill>
              </a:rPr>
              <a:t>8:00</a:t>
            </a:r>
          </a:p>
        </p:txBody>
      </p:sp>
      <p:sp>
        <p:nvSpPr>
          <p:cNvPr id="33" name="">
            <a:extLst xmlns:a="http://schemas.openxmlformats.org/drawingml/2006/main">
              <a:ext uri="{FF2B5EF4-FFF2-40B4-BE49-F238E27FC236}">
                <a16:creationId xmlns:a16="http://schemas.microsoft.com/office/drawing/2014/main" id="{F3A2083F-F17A-45C6-8697-21A0BE990AE9}"/>
              </a:ext>
            </a:extLst>
          </p:cNvPr>
          <p:cNvSpPr>
            <a:spLocks xmlns:a="http://schemas.openxmlformats.org/drawingml/2006/main" noGrp="1"/>
          </p:cNvSpPr>
          <p:nvPr/>
        </p:nvSpPr>
        <p:spPr>
          <a:xfrm xmlns:a="http://schemas.openxmlformats.org/drawingml/2006/main">
            <a:off x="8096250" y="3124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Demo</a:t>
            </a:r>
          </a:p>
        </p:txBody>
      </p:sp>
      <p:sp>
        <p:nvSpPr>
          <p:cNvPr id="34" name="">
            <a:extLst xmlns:a="http://schemas.openxmlformats.org/drawingml/2006/main">
              <a:ext uri="{FF2B5EF4-FFF2-40B4-BE49-F238E27FC236}">
                <a16:creationId xmlns:a16="http://schemas.microsoft.com/office/drawing/2014/main" id="{55EDBA24-ABAA-4795-8C43-936F1854DAE3}"/>
              </a:ext>
            </a:extLst>
          </p:cNvPr>
          <p:cNvSpPr>
            <a:spLocks xmlns:a="http://schemas.openxmlformats.org/drawingml/2006/main" noGrp="1"/>
          </p:cNvSpPr>
          <p:nvPr/>
        </p:nvSpPr>
        <p:spPr>
          <a:xfrm xmlns:a="http://schemas.openxmlformats.org/drawingml/2006/main">
            <a:off x="8096250" y="352425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Build + Chromium run</a:t>
            </a:r>
          </a:p>
        </p:txBody>
      </p:sp>
      <p:sp>
        <p:nvSpPr>
          <p:cNvPr id="35" name="">
            <a:extLst xmlns:a="http://schemas.openxmlformats.org/drawingml/2006/main">
              <a:ext uri="{FF2B5EF4-FFF2-40B4-BE49-F238E27FC236}">
                <a16:creationId xmlns:a16="http://schemas.microsoft.com/office/drawing/2014/main" id="{1D805176-0909-4759-A274-F2B2F0242D21}"/>
              </a:ext>
            </a:extLst>
          </p:cNvPr>
          <p:cNvSpPr>
            <a:spLocks xmlns:a="http://schemas.openxmlformats.org/drawingml/2006/main" noGrp="1"/>
          </p:cNvSpPr>
          <p:nvPr/>
        </p:nvSpPr>
        <p:spPr>
          <a:xfrm xmlns:a="http://schemas.openxmlformats.org/drawingml/2006/main">
            <a:off x="9525000" y="3362325"/>
            <a:ext cx="7620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6" name="">
            <a:extLst xmlns:a="http://schemas.openxmlformats.org/drawingml/2006/main">
              <a:ext uri="{FF2B5EF4-FFF2-40B4-BE49-F238E27FC236}">
                <a16:creationId xmlns:a16="http://schemas.microsoft.com/office/drawing/2014/main" id="{A7F825C2-F54A-4C75-AFEA-FDB0AAD3BF1D}"/>
              </a:ext>
            </a:extLst>
          </p:cNvPr>
          <p:cNvSpPr>
            <a:spLocks xmlns:a="http://schemas.openxmlformats.org/drawingml/2006/main" noGrp="1"/>
          </p:cNvSpPr>
          <p:nvPr/>
        </p:nvSpPr>
        <p:spPr>
          <a:xfrm xmlns:a="http://schemas.openxmlformats.org/drawingml/2006/main">
            <a:off x="9544050" y="3267075"/>
            <a:ext cx="209550" cy="209550"/>
          </a:xfrm>
          <a:prstGeom xmlns:a="http://schemas.openxmlformats.org/drawingml/2006/main" prst="chevron">
            <a:avLst/>
          </a:prstGeom>
          <a:solidFill xmlns:a="http://schemas.openxmlformats.org/drawingml/2006/main">
            <a:srgbClr val="3D8DFF"/>
          </a:solidFill>
          <a:ln xmlns:a="http://schemas.openxmlformats.org/drawingml/2006/main" w="0">
            <a:solidFill>
              <a:srgbClr val="3D8DFF"/>
            </a:solidFill>
            <a:prstDash val="solid"/>
          </a:ln>
        </p:spPr>
      </p:sp>
      <p:sp>
        <p:nvSpPr>
          <p:cNvPr id="37" name="">
            <a:extLst xmlns:a="http://schemas.openxmlformats.org/drawingml/2006/main">
              <a:ext uri="{FF2B5EF4-FFF2-40B4-BE49-F238E27FC236}">
                <a16:creationId xmlns:a16="http://schemas.microsoft.com/office/drawing/2014/main" id="{5F892C72-017A-4827-909A-F2DB8BC82E38}"/>
              </a:ext>
            </a:extLst>
          </p:cNvPr>
          <p:cNvSpPr>
            <a:spLocks xmlns:a="http://schemas.openxmlformats.org/drawingml/2006/main" noGrp="1"/>
          </p:cNvSpPr>
          <p:nvPr/>
        </p:nvSpPr>
        <p:spPr>
          <a:xfrm xmlns:a="http://schemas.openxmlformats.org/drawingml/2006/main">
            <a:off x="9753600" y="2495550"/>
            <a:ext cx="1581150" cy="1847850"/>
          </a:xfrm>
          <a:prstGeom xmlns:a="http://schemas.openxmlformats.org/drawingml/2006/main" prst="roundRect">
            <a:avLst>
              <a:gd name="adj" fmla="val 7229"/>
            </a:avLst>
          </a:prstGeom>
          <a:solidFill xmlns:a="http://schemas.openxmlformats.org/drawingml/2006/main">
            <a:srgbClr val="F7F8FA"/>
          </a:solidFill>
          <a:ln xmlns:a="http://schemas.openxmlformats.org/drawingml/2006/main" w="9525">
            <a:solidFill>
              <a:srgbClr val="B8BCC4"/>
            </a:solidFill>
            <a:prstDash val="solid"/>
          </a:ln>
        </p:spPr>
      </p:sp>
      <p:sp>
        <p:nvSpPr>
          <p:cNvPr id="38" name="">
            <a:extLst xmlns:a="http://schemas.openxmlformats.org/drawingml/2006/main">
              <a:ext uri="{FF2B5EF4-FFF2-40B4-BE49-F238E27FC236}">
                <a16:creationId xmlns:a16="http://schemas.microsoft.com/office/drawing/2014/main" id="{DE922E4E-1FA0-4B77-8141-39E85AEC7667}"/>
              </a:ext>
            </a:extLst>
          </p:cNvPr>
          <p:cNvSpPr>
            <a:spLocks xmlns:a="http://schemas.openxmlformats.org/drawingml/2006/main" noGrp="1"/>
          </p:cNvSpPr>
          <p:nvPr/>
        </p:nvSpPr>
        <p:spPr>
          <a:xfrm xmlns:a="http://schemas.openxmlformats.org/drawingml/2006/main">
            <a:off x="9925050" y="2686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D8DFF"/>
                </a:solidFill>
              </a:defRPr>
            </a:pPr>
            <a:r>
              <a:rPr sz="1650" b="1">
                <a:solidFill>
                  <a:srgbClr val="3D8DFF"/>
                </a:solidFill>
              </a:rPr>
              <a:t>10:30</a:t>
            </a:r>
          </a:p>
        </p:txBody>
      </p:sp>
      <p:sp>
        <p:nvSpPr>
          <p:cNvPr id="39" name="">
            <a:extLst xmlns:a="http://schemas.openxmlformats.org/drawingml/2006/main">
              <a:ext uri="{FF2B5EF4-FFF2-40B4-BE49-F238E27FC236}">
                <a16:creationId xmlns:a16="http://schemas.microsoft.com/office/drawing/2014/main" id="{FB3F999D-FC61-4ABA-B12F-2D7A61756712}"/>
              </a:ext>
            </a:extLst>
          </p:cNvPr>
          <p:cNvSpPr>
            <a:spLocks xmlns:a="http://schemas.openxmlformats.org/drawingml/2006/main" noGrp="1"/>
          </p:cNvSpPr>
          <p:nvPr/>
        </p:nvSpPr>
        <p:spPr>
          <a:xfrm xmlns:a="http://schemas.openxmlformats.org/drawingml/2006/main">
            <a:off x="9925050" y="3124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0000"/>
                </a:solidFill>
              </a:defRPr>
            </a:pPr>
            <a:r>
              <a:rPr sz="1350" b="1">
                <a:solidFill>
                  <a:srgbClr val="000000"/>
                </a:solidFill>
              </a:rPr>
              <a:t>Close</a:t>
            </a:r>
          </a:p>
        </p:txBody>
      </p:sp>
      <p:sp>
        <p:nvSpPr>
          <p:cNvPr id="40" name="">
            <a:extLst xmlns:a="http://schemas.openxmlformats.org/drawingml/2006/main">
              <a:ext uri="{FF2B5EF4-FFF2-40B4-BE49-F238E27FC236}">
                <a16:creationId xmlns:a16="http://schemas.microsoft.com/office/drawing/2014/main" id="{EFA22D11-95E6-48AD-A4CB-A7BF4C669879}"/>
              </a:ext>
            </a:extLst>
          </p:cNvPr>
          <p:cNvSpPr>
            <a:spLocks xmlns:a="http://schemas.openxmlformats.org/drawingml/2006/main" noGrp="1"/>
          </p:cNvSpPr>
          <p:nvPr/>
        </p:nvSpPr>
        <p:spPr>
          <a:xfrm xmlns:a="http://schemas.openxmlformats.org/drawingml/2006/main">
            <a:off x="9925050" y="352425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470"/>
                </a:solidFill>
              </a:defRPr>
            </a:pPr>
            <a:r>
              <a:rPr sz="1050" b="0">
                <a:solidFill>
                  <a:srgbClr val="5B6470"/>
                </a:solidFill>
              </a:rPr>
              <a:t>Coverage, results, questions</a:t>
            </a:r>
          </a:p>
        </p:txBody>
      </p:sp>
      <p:sp>
        <p:nvSpPr>
          <p:cNvPr id="41" name="">
            <a:extLst xmlns:a="http://schemas.openxmlformats.org/drawingml/2006/main">
              <a:ext uri="{FF2B5EF4-FFF2-40B4-BE49-F238E27FC236}">
                <a16:creationId xmlns:a16="http://schemas.microsoft.com/office/drawing/2014/main" id="{37789AAA-09C2-4AA6-ADF2-322988B22C56}"/>
              </a:ext>
            </a:extLst>
          </p:cNvPr>
          <p:cNvSpPr>
            <a:spLocks xmlns:a="http://schemas.openxmlformats.org/drawingml/2006/main" noGrp="1"/>
          </p:cNvSpPr>
          <p:nvPr/>
        </p:nvSpPr>
        <p:spPr>
          <a:xfrm xmlns:a="http://schemas.openxmlformats.org/drawingml/2006/main">
            <a:off x="609600" y="4762500"/>
            <a:ext cx="10972800" cy="1143000"/>
          </a:xfrm>
          <a:prstGeom xmlns:a="http://schemas.openxmlformats.org/drawingml/2006/main" prst="roundRect">
            <a:avLst>
              <a:gd name="adj" fmla="val 10000"/>
            </a:avLst>
          </a:prstGeom>
          <a:solidFill xmlns:a="http://schemas.openxmlformats.org/drawingml/2006/main">
            <a:srgbClr val="FFF4D6"/>
          </a:solidFill>
          <a:ln xmlns:a="http://schemas.openxmlformats.org/drawingml/2006/main" w="9525">
            <a:solidFill>
              <a:srgbClr val="9A6500"/>
            </a:solidFill>
            <a:prstDash val="solid"/>
          </a:ln>
        </p:spPr>
      </p:sp>
      <p:sp>
        <p:nvSpPr>
          <p:cNvPr id="42" name="">
            <a:extLst xmlns:a="http://schemas.openxmlformats.org/drawingml/2006/main">
              <a:ext uri="{FF2B5EF4-FFF2-40B4-BE49-F238E27FC236}">
                <a16:creationId xmlns:a16="http://schemas.microsoft.com/office/drawing/2014/main" id="{0FD12505-F300-48BB-A39C-34FB455ECC2E}"/>
              </a:ext>
            </a:extLst>
          </p:cNvPr>
          <p:cNvSpPr>
            <a:spLocks xmlns:a="http://schemas.openxmlformats.org/drawingml/2006/main" noGrp="1"/>
          </p:cNvSpPr>
          <p:nvPr/>
        </p:nvSpPr>
        <p:spPr>
          <a:xfrm xmlns:a="http://schemas.openxmlformats.org/drawingml/2006/main">
            <a:off x="819150" y="4953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9A6500"/>
                </a:solidFill>
              </a:defRPr>
            </a:pPr>
            <a:r>
              <a:rPr sz="1425" b="1">
                <a:solidFill>
                  <a:srgbClr val="9A6500"/>
                </a:solidFill>
              </a:rPr>
              <a:t>Demo checklist</a:t>
            </a:r>
          </a:p>
        </p:txBody>
      </p:sp>
      <p:sp>
        <p:nvSpPr>
          <p:cNvPr id="43" name="">
            <a:extLst xmlns:a="http://schemas.openxmlformats.org/drawingml/2006/main">
              <a:ext uri="{FF2B5EF4-FFF2-40B4-BE49-F238E27FC236}">
                <a16:creationId xmlns:a16="http://schemas.microsoft.com/office/drawing/2014/main" id="{3C79626F-CAC1-4A8A-947E-DB1A6AB70ABF}"/>
              </a:ext>
            </a:extLst>
          </p:cNvPr>
          <p:cNvSpPr>
            <a:spLocks xmlns:a="http://schemas.openxmlformats.org/drawingml/2006/main" noGrp="1"/>
          </p:cNvSpPr>
          <p:nvPr/>
        </p:nvSpPr>
        <p:spPr>
          <a:xfrm xmlns:a="http://schemas.openxmlformats.org/drawingml/2006/main">
            <a:off x="819150" y="5314950"/>
            <a:ext cx="1045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Start with a clean terminal • show the six discovered cases • open TestResults • open one trace • keep the code ready at BrowserTestBase and one test file</a:t>
            </a:r>
          </a:p>
        </p:txBody>
      </p:sp>
    </p:spTree>
    <p:extLst>
      <p:ext uri="{BB962C8B-B14F-4D97-AF65-F5344CB8AC3E}">
        <p14:creationId xmlns:p14="http://schemas.microsoft.com/office/powerpoint/2010/main" val="14134444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1CB204C-475A-4A0F-B78C-4B4C90D421D5}"/>
              </a:ext>
            </a:extLst>
          </p:cNvPr>
          <p:cNvSpPr>
            <a:spLocks xmlns:a="http://schemas.openxmlformats.org/drawingml/2006/main" noGrp="1"/>
          </p:cNvSpPr>
          <p:nvPr/>
        </p:nvSpPr>
        <p:spPr>
          <a:xfrm xmlns:a="http://schemas.openxmlformats.org/drawingml/2006/main">
            <a:off x="609600" y="400050"/>
            <a:ext cx="1428750" cy="285750"/>
          </a:xfrm>
          <a:prstGeom xmlns:a="http://schemas.openxmlformats.org/drawingml/2006/main" prst="roundRect">
            <a:avLst>
              <a:gd name="adj" fmla="val 40000"/>
            </a:avLst>
          </a:prstGeom>
          <a:solidFill xmlns:a="http://schemas.openxmlformats.org/drawingml/2006/main">
            <a:srgbClr val="EAF4FF"/>
          </a:solidFill>
          <a:ln xmlns:a="http://schemas.openxmlformats.org/drawingml/2006/main" w="0">
            <a:solidFill>
              <a:srgbClr val="EAF4FF"/>
            </a:solidFill>
            <a:prstDash val="solid"/>
          </a:ln>
        </p:spPr>
      </p:sp>
      <p:sp>
        <p:nvSpPr>
          <p:cNvPr id="2" name="">
            <a:extLst xmlns:a="http://schemas.openxmlformats.org/drawingml/2006/main">
              <a:ext uri="{FF2B5EF4-FFF2-40B4-BE49-F238E27FC236}">
                <a16:creationId xmlns:a16="http://schemas.microsoft.com/office/drawing/2014/main" id="{DA8BC457-44E5-485C-A0C8-09A3DB4BD4A3}"/>
              </a:ext>
            </a:extLst>
          </p:cNvPr>
          <p:cNvSpPr>
            <a:spLocks xmlns:a="http://schemas.openxmlformats.org/drawingml/2006/main" noGrp="1"/>
          </p:cNvSpPr>
          <p:nvPr/>
        </p:nvSpPr>
        <p:spPr>
          <a:xfrm xmlns:a="http://schemas.openxmlformats.org/drawingml/2006/main">
            <a:off x="704850" y="4476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D8DFF"/>
                </a:solidFill>
              </a:defRPr>
            </a:pPr>
            <a:r>
              <a:rPr sz="900" b="1">
                <a:solidFill>
                  <a:srgbClr val="3D8DFF"/>
                </a:solidFill>
              </a:rPr>
              <a:t>CONCLUSION</a:t>
            </a:r>
          </a:p>
        </p:txBody>
      </p:sp>
      <p:sp>
        <p:nvSpPr>
          <p:cNvPr id="3" name="">
            <a:extLst xmlns:a="http://schemas.openxmlformats.org/drawingml/2006/main">
              <a:ext uri="{FF2B5EF4-FFF2-40B4-BE49-F238E27FC236}">
                <a16:creationId xmlns:a16="http://schemas.microsoft.com/office/drawing/2014/main" id="{BAFCAE85-5E6B-4FF0-8906-6CF025D4EDDE}"/>
              </a:ext>
            </a:extLst>
          </p:cNvPr>
          <p:cNvSpPr>
            <a:spLocks xmlns:a="http://schemas.openxmlformats.org/drawingml/2006/main" noGrp="1"/>
          </p:cNvSpPr>
          <p:nvPr/>
        </p:nvSpPr>
        <p:spPr>
          <a:xfrm xmlns:a="http://schemas.openxmlformats.org/drawingml/2006/main">
            <a:off x="609600" y="838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What the assignment proves</a:t>
            </a:r>
          </a:p>
        </p:txBody>
      </p:sp>
      <p:sp>
        <p:nvSpPr>
          <p:cNvPr id="4" name="">
            <a:extLst xmlns:a="http://schemas.openxmlformats.org/drawingml/2006/main">
              <a:ext uri="{FF2B5EF4-FFF2-40B4-BE49-F238E27FC236}">
                <a16:creationId xmlns:a16="http://schemas.microsoft.com/office/drawing/2014/main" id="{99630B50-E68C-4133-957E-6DBE0566AE71}"/>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470"/>
                </a:solidFill>
              </a:defRPr>
            </a:pPr>
            <a:r>
              <a:rPr sz="1350" b="0">
                <a:solidFill>
                  <a:srgbClr val="5B6470"/>
                </a:solidFill>
              </a:rPr>
              <a:t>Small framework, clear ownership, direct coverage</a:t>
            </a:r>
          </a:p>
        </p:txBody>
      </p:sp>
      <p:sp>
        <p:nvSpPr>
          <p:cNvPr id="5" name="">
            <a:extLst xmlns:a="http://schemas.openxmlformats.org/drawingml/2006/main">
              <a:ext uri="{FF2B5EF4-FFF2-40B4-BE49-F238E27FC236}">
                <a16:creationId xmlns:a16="http://schemas.microsoft.com/office/drawing/2014/main" id="{AB1C5320-C311-450E-A48C-5282E9C5AC1A}"/>
              </a:ext>
            </a:extLst>
          </p:cNvPr>
          <p:cNvSpPr>
            <a:spLocks xmlns:a="http://schemas.openxmlformats.org/drawingml/2006/main" noGrp="1"/>
          </p:cNvSpPr>
          <p:nvPr/>
        </p:nvSpPr>
        <p:spPr>
          <a:xfrm xmlns:a="http://schemas.openxmlformats.org/drawingml/2006/main">
            <a:off x="609600" y="1809750"/>
            <a:ext cx="109728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D3FDA60A-F6D2-4323-86A1-E886512609E3}"/>
              </a:ext>
            </a:extLst>
          </p:cNvPr>
          <p:cNvSpPr>
            <a:spLocks xmlns:a="http://schemas.openxmlformats.org/drawingml/2006/main" noGrp="1"/>
          </p:cNvSpPr>
          <p:nvPr/>
        </p:nvSpPr>
        <p:spPr>
          <a:xfrm xmlns:a="http://schemas.openxmlformats.org/drawingml/2006/main">
            <a:off x="111252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B6470"/>
                </a:solidFill>
              </a:defRPr>
            </a:pPr>
            <a:r>
              <a:rPr sz="900" b="0">
                <a:solidFill>
                  <a:srgbClr val="5B6470"/>
                </a:solidFill>
              </a:rPr>
              <a:t>13</a:t>
            </a:r>
          </a:p>
        </p:txBody>
      </p:sp>
      <p:sp>
        <p:nvSpPr>
          <p:cNvPr id="7" name="">
            <a:extLst xmlns:a="http://schemas.openxmlformats.org/drawingml/2006/main">
              <a:ext uri="{FF2B5EF4-FFF2-40B4-BE49-F238E27FC236}">
                <a16:creationId xmlns:a16="http://schemas.microsoft.com/office/drawing/2014/main" id="{91F0C307-C538-4833-8323-40A1A5990526}"/>
              </a:ext>
            </a:extLst>
          </p:cNvPr>
          <p:cNvSpPr>
            <a:spLocks xmlns:a="http://schemas.openxmlformats.org/drawingml/2006/main" noGrp="1"/>
          </p:cNvSpPr>
          <p:nvPr/>
        </p:nvSpPr>
        <p:spPr>
          <a:xfrm xmlns:a="http://schemas.openxmlformats.org/drawingml/2006/main">
            <a:off x="609600" y="2209800"/>
            <a:ext cx="3333750" cy="2781300"/>
          </a:xfrm>
          <a:prstGeom xmlns:a="http://schemas.openxmlformats.org/drawingml/2006/main" prst="roundRect">
            <a:avLst>
              <a:gd name="adj" fmla="val 4110"/>
            </a:avLst>
          </a:prstGeom>
          <a:solidFill xmlns:a="http://schemas.openxmlformats.org/drawingml/2006/main">
            <a:srgbClr val="EAF4FF"/>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3D886B17-E6BB-4888-AA27-4FD9553CC163}"/>
              </a:ext>
            </a:extLst>
          </p:cNvPr>
          <p:cNvSpPr>
            <a:spLocks xmlns:a="http://schemas.openxmlformats.org/drawingml/2006/main" noGrp="1"/>
          </p:cNvSpPr>
          <p:nvPr/>
        </p:nvSpPr>
        <p:spPr>
          <a:xfrm xmlns:a="http://schemas.openxmlformats.org/drawingml/2006/main">
            <a:off x="781050" y="23812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589FF447-9C2A-4608-A96C-3410C457CAB5}"/>
              </a:ext>
            </a:extLst>
          </p:cNvPr>
          <p:cNvSpPr>
            <a:spLocks xmlns:a="http://schemas.openxmlformats.org/drawingml/2006/main" noGrp="1"/>
          </p:cNvSpPr>
          <p:nvPr/>
        </p:nvSpPr>
        <p:spPr>
          <a:xfrm xmlns:a="http://schemas.openxmlformats.org/drawingml/2006/main">
            <a:off x="781050" y="24574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A</a:t>
            </a:r>
          </a:p>
        </p:txBody>
      </p:sp>
      <p:sp>
        <p:nvSpPr>
          <p:cNvPr id="10" name="">
            <a:extLst xmlns:a="http://schemas.openxmlformats.org/drawingml/2006/main">
              <a:ext uri="{FF2B5EF4-FFF2-40B4-BE49-F238E27FC236}">
                <a16:creationId xmlns:a16="http://schemas.microsoft.com/office/drawing/2014/main" id="{B0EB1AE3-087C-4894-AFCE-DE79D764DF8F}"/>
              </a:ext>
            </a:extLst>
          </p:cNvPr>
          <p:cNvSpPr>
            <a:spLocks xmlns:a="http://schemas.openxmlformats.org/drawingml/2006/main" noGrp="1"/>
          </p:cNvSpPr>
          <p:nvPr/>
        </p:nvSpPr>
        <p:spPr>
          <a:xfrm xmlns:a="http://schemas.openxmlformats.org/drawingml/2006/main">
            <a:off x="1276350" y="2381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Complete coverage</a:t>
            </a:r>
          </a:p>
        </p:txBody>
      </p:sp>
      <p:sp>
        <p:nvSpPr>
          <p:cNvPr id="11" name="">
            <a:extLst xmlns:a="http://schemas.openxmlformats.org/drawingml/2006/main">
              <a:ext uri="{FF2B5EF4-FFF2-40B4-BE49-F238E27FC236}">
                <a16:creationId xmlns:a16="http://schemas.microsoft.com/office/drawing/2014/main" id="{AC6DB887-6F59-40F3-B60D-253CEE8123BF}"/>
              </a:ext>
            </a:extLst>
          </p:cNvPr>
          <p:cNvSpPr>
            <a:spLocks xmlns:a="http://schemas.openxmlformats.org/drawingml/2006/main" noGrp="1"/>
          </p:cNvSpPr>
          <p:nvPr/>
        </p:nvSpPr>
        <p:spPr>
          <a:xfrm xmlns:a="http://schemas.openxmlformats.org/drawingml/2006/main">
            <a:off x="819150" y="2800350"/>
            <a:ext cx="2914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Upload/download, alert/popup, iframe, EvaluateAsync, parameterization, API interception, async/await, JSON configuration, evidence, and Allure.</a:t>
            </a:r>
          </a:p>
        </p:txBody>
      </p:sp>
      <p:sp>
        <p:nvSpPr>
          <p:cNvPr id="12" name="">
            <a:extLst xmlns:a="http://schemas.openxmlformats.org/drawingml/2006/main">
              <a:ext uri="{FF2B5EF4-FFF2-40B4-BE49-F238E27FC236}">
                <a16:creationId xmlns:a16="http://schemas.microsoft.com/office/drawing/2014/main" id="{C27038C4-5D49-4559-A3AA-29C4E12F1416}"/>
              </a:ext>
            </a:extLst>
          </p:cNvPr>
          <p:cNvSpPr>
            <a:spLocks xmlns:a="http://schemas.openxmlformats.org/drawingml/2006/main" noGrp="1"/>
          </p:cNvSpPr>
          <p:nvPr/>
        </p:nvSpPr>
        <p:spPr>
          <a:xfrm xmlns:a="http://schemas.openxmlformats.org/drawingml/2006/main">
            <a:off x="4429125" y="2209800"/>
            <a:ext cx="3333750" cy="2781300"/>
          </a:xfrm>
          <a:prstGeom xmlns:a="http://schemas.openxmlformats.org/drawingml/2006/main" prst="roundRect">
            <a:avLst>
              <a:gd name="adj" fmla="val 4110"/>
            </a:avLst>
          </a:prstGeom>
          <a:solidFill xmlns:a="http://schemas.openxmlformats.org/drawingml/2006/main">
            <a:srgbClr val="F7F8FA"/>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23F0B31A-ED00-4047-BA22-EEBC36D94D84}"/>
              </a:ext>
            </a:extLst>
          </p:cNvPr>
          <p:cNvSpPr>
            <a:spLocks xmlns:a="http://schemas.openxmlformats.org/drawingml/2006/main" noGrp="1"/>
          </p:cNvSpPr>
          <p:nvPr/>
        </p:nvSpPr>
        <p:spPr>
          <a:xfrm xmlns:a="http://schemas.openxmlformats.org/drawingml/2006/main">
            <a:off x="4600575" y="23812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9EAA07D9-F8DD-47A1-AD4F-B1949AC816E9}"/>
              </a:ext>
            </a:extLst>
          </p:cNvPr>
          <p:cNvSpPr>
            <a:spLocks xmlns:a="http://schemas.openxmlformats.org/drawingml/2006/main" noGrp="1"/>
          </p:cNvSpPr>
          <p:nvPr/>
        </p:nvSpPr>
        <p:spPr>
          <a:xfrm xmlns:a="http://schemas.openxmlformats.org/drawingml/2006/main">
            <a:off x="4600575" y="24574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B</a:t>
            </a:r>
          </a:p>
        </p:txBody>
      </p:sp>
      <p:sp>
        <p:nvSpPr>
          <p:cNvPr id="15" name="">
            <a:extLst xmlns:a="http://schemas.openxmlformats.org/drawingml/2006/main">
              <a:ext uri="{FF2B5EF4-FFF2-40B4-BE49-F238E27FC236}">
                <a16:creationId xmlns:a16="http://schemas.microsoft.com/office/drawing/2014/main" id="{56FF5BCD-78C7-4934-BE40-B38D60729E57}"/>
              </a:ext>
            </a:extLst>
          </p:cNvPr>
          <p:cNvSpPr>
            <a:spLocks xmlns:a="http://schemas.openxmlformats.org/drawingml/2006/main" noGrp="1"/>
          </p:cNvSpPr>
          <p:nvPr/>
        </p:nvSpPr>
        <p:spPr>
          <a:xfrm xmlns:a="http://schemas.openxmlformats.org/drawingml/2006/main">
            <a:off x="5095875" y="2381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Simple structure</a:t>
            </a:r>
          </a:p>
        </p:txBody>
      </p:sp>
      <p:sp>
        <p:nvSpPr>
          <p:cNvPr id="16" name="">
            <a:extLst xmlns:a="http://schemas.openxmlformats.org/drawingml/2006/main">
              <a:ext uri="{FF2B5EF4-FFF2-40B4-BE49-F238E27FC236}">
                <a16:creationId xmlns:a16="http://schemas.microsoft.com/office/drawing/2014/main" id="{D2B75BC0-CEA4-4C2B-97AB-BD9B099CA29B}"/>
              </a:ext>
            </a:extLst>
          </p:cNvPr>
          <p:cNvSpPr>
            <a:spLocks xmlns:a="http://schemas.openxmlformats.org/drawingml/2006/main" noGrp="1"/>
          </p:cNvSpPr>
          <p:nvPr/>
        </p:nvSpPr>
        <p:spPr>
          <a:xfrm xmlns:a="http://schemas.openxmlformats.org/drawingml/2006/main">
            <a:off x="4638675" y="2800350"/>
            <a:ext cx="2914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One responsibility per support file, one class per test type, centralized selectors and test data, and setup/teardown-only base class.</a:t>
            </a:r>
          </a:p>
        </p:txBody>
      </p:sp>
      <p:sp>
        <p:nvSpPr>
          <p:cNvPr id="17" name="">
            <a:extLst xmlns:a="http://schemas.openxmlformats.org/drawingml/2006/main">
              <a:ext uri="{FF2B5EF4-FFF2-40B4-BE49-F238E27FC236}">
                <a16:creationId xmlns:a16="http://schemas.microsoft.com/office/drawing/2014/main" id="{9B2F3E15-FEC0-4C2D-9E22-479ABB356DE6}"/>
              </a:ext>
            </a:extLst>
          </p:cNvPr>
          <p:cNvSpPr>
            <a:spLocks xmlns:a="http://schemas.openxmlformats.org/drawingml/2006/main" noGrp="1"/>
          </p:cNvSpPr>
          <p:nvPr/>
        </p:nvSpPr>
        <p:spPr>
          <a:xfrm xmlns:a="http://schemas.openxmlformats.org/drawingml/2006/main">
            <a:off x="8248650" y="2209800"/>
            <a:ext cx="3333750" cy="2781300"/>
          </a:xfrm>
          <a:prstGeom xmlns:a="http://schemas.openxmlformats.org/drawingml/2006/main" prst="roundRect">
            <a:avLst>
              <a:gd name="adj" fmla="val 4110"/>
            </a:avLst>
          </a:prstGeom>
          <a:solidFill xmlns:a="http://schemas.openxmlformats.org/drawingml/2006/main">
            <a:srgbClr val="E9F7F0"/>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20DB046B-2891-4CD3-A2E1-B0579F88650D}"/>
              </a:ext>
            </a:extLst>
          </p:cNvPr>
          <p:cNvSpPr>
            <a:spLocks xmlns:a="http://schemas.openxmlformats.org/drawingml/2006/main" noGrp="1"/>
          </p:cNvSpPr>
          <p:nvPr/>
        </p:nvSpPr>
        <p:spPr>
          <a:xfrm xmlns:a="http://schemas.openxmlformats.org/drawingml/2006/main">
            <a:off x="8420100" y="2381250"/>
            <a:ext cx="361950" cy="361950"/>
          </a:xfrm>
          <a:prstGeom xmlns:a="http://schemas.openxmlformats.org/drawingml/2006/main" prst="ellipse">
            <a:avLst/>
          </a:prstGeom>
          <a:solidFill xmlns:a="http://schemas.openxmlformats.org/drawingml/2006/main">
            <a:srgbClr val="178A5B"/>
          </a:solidFill>
          <a:ln xmlns:a="http://schemas.openxmlformats.org/drawingml/2006/main" w="0">
            <a:solidFill>
              <a:srgbClr val="178A5B"/>
            </a:solidFill>
            <a:prstDash val="solid"/>
          </a:ln>
        </p:spPr>
      </p:sp>
      <p:sp>
        <p:nvSpPr>
          <p:cNvPr id="19" name="">
            <a:extLst xmlns:a="http://schemas.openxmlformats.org/drawingml/2006/main">
              <a:ext uri="{FF2B5EF4-FFF2-40B4-BE49-F238E27FC236}">
                <a16:creationId xmlns:a16="http://schemas.microsoft.com/office/drawing/2014/main" id="{37E14504-0798-4A56-8BDB-A395A575E3C1}"/>
              </a:ext>
            </a:extLst>
          </p:cNvPr>
          <p:cNvSpPr>
            <a:spLocks xmlns:a="http://schemas.openxmlformats.org/drawingml/2006/main" noGrp="1"/>
          </p:cNvSpPr>
          <p:nvPr/>
        </p:nvSpPr>
        <p:spPr>
          <a:xfrm xmlns:a="http://schemas.openxmlformats.org/drawingml/2006/main">
            <a:off x="8420100" y="24574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C</a:t>
            </a:r>
          </a:p>
        </p:txBody>
      </p:sp>
      <p:sp>
        <p:nvSpPr>
          <p:cNvPr id="20" name="">
            <a:extLst xmlns:a="http://schemas.openxmlformats.org/drawingml/2006/main">
              <a:ext uri="{FF2B5EF4-FFF2-40B4-BE49-F238E27FC236}">
                <a16:creationId xmlns:a16="http://schemas.microsoft.com/office/drawing/2014/main" id="{43929C03-B830-4DA8-8998-2084D844A78C}"/>
              </a:ext>
            </a:extLst>
          </p:cNvPr>
          <p:cNvSpPr>
            <a:spLocks xmlns:a="http://schemas.openxmlformats.org/drawingml/2006/main" noGrp="1"/>
          </p:cNvSpPr>
          <p:nvPr/>
        </p:nvSpPr>
        <p:spPr>
          <a:xfrm xmlns:a="http://schemas.openxmlformats.org/drawingml/2006/main">
            <a:off x="8915400" y="2381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Verifiable result</a:t>
            </a:r>
          </a:p>
        </p:txBody>
      </p:sp>
      <p:sp>
        <p:nvSpPr>
          <p:cNvPr id="21" name="">
            <a:extLst xmlns:a="http://schemas.openxmlformats.org/drawingml/2006/main">
              <a:ext uri="{FF2B5EF4-FFF2-40B4-BE49-F238E27FC236}">
                <a16:creationId xmlns:a16="http://schemas.microsoft.com/office/drawing/2014/main" id="{4A4B273F-783C-40DC-A653-8677214BA0B8}"/>
              </a:ext>
            </a:extLst>
          </p:cNvPr>
          <p:cNvSpPr>
            <a:spLocks xmlns:a="http://schemas.openxmlformats.org/drawingml/2006/main" noGrp="1"/>
          </p:cNvSpPr>
          <p:nvPr/>
        </p:nvSpPr>
        <p:spPr>
          <a:xfrm xmlns:a="http://schemas.openxmlformats.org/drawingml/2006/main">
            <a:off x="8458200" y="2800350"/>
            <a:ext cx="2914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470"/>
                </a:solidFill>
              </a:defRPr>
            </a:pPr>
            <a:r>
              <a:rPr sz="1125" b="0">
                <a:solidFill>
                  <a:srgbClr val="5B6470"/>
                </a:solidFill>
              </a:rPr>
              <a:t>Six NUnit cases, Chromium and WebKit support, isolated contexts, deterministic pages, and trace/video/screenshot/report evidence.</a:t>
            </a:r>
          </a:p>
        </p:txBody>
      </p:sp>
      <p:sp>
        <p:nvSpPr>
          <p:cNvPr id="22" name="">
            <a:extLst xmlns:a="http://schemas.openxmlformats.org/drawingml/2006/main">
              <a:ext uri="{FF2B5EF4-FFF2-40B4-BE49-F238E27FC236}">
                <a16:creationId xmlns:a16="http://schemas.microsoft.com/office/drawing/2014/main" id="{03434DB8-2F6C-42EA-985D-C9C0BB3DDBC4}"/>
              </a:ext>
            </a:extLst>
          </p:cNvPr>
          <p:cNvSpPr>
            <a:spLocks xmlns:a="http://schemas.openxmlformats.org/drawingml/2006/main" noGrp="1"/>
          </p:cNvSpPr>
          <p:nvPr/>
        </p:nvSpPr>
        <p:spPr>
          <a:xfrm xmlns:a="http://schemas.openxmlformats.org/drawingml/2006/main">
            <a:off x="609600" y="55245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00000"/>
                </a:solidFill>
              </a:defRPr>
            </a:pPr>
            <a:r>
              <a:rPr sz="2550" b="1">
                <a:solidFill>
                  <a:srgbClr val="000000"/>
                </a:solidFill>
              </a:rPr>
              <a:t>Questions?</a:t>
            </a:r>
          </a:p>
        </p:txBody>
      </p:sp>
      <p:sp>
        <p:nvSpPr>
          <p:cNvPr id="23" name="">
            <a:extLst xmlns:a="http://schemas.openxmlformats.org/drawingml/2006/main">
              <a:ext uri="{FF2B5EF4-FFF2-40B4-BE49-F238E27FC236}">
                <a16:creationId xmlns:a16="http://schemas.microsoft.com/office/drawing/2014/main" id="{68356634-93F8-4556-80F3-805469A47E2A}"/>
              </a:ext>
            </a:extLst>
          </p:cNvPr>
          <p:cNvSpPr>
            <a:spLocks xmlns:a="http://schemas.openxmlformats.org/drawingml/2006/main" noGrp="1"/>
          </p:cNvSpPr>
          <p:nvPr/>
        </p:nvSpPr>
        <p:spPr>
          <a:xfrm xmlns:a="http://schemas.openxmlformats.org/drawingml/2006/main">
            <a:off x="5619750" y="5619750"/>
            <a:ext cx="596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a:solidFill>
                  <a:srgbClr val="5B6470"/>
                </a:solidFill>
              </a:defRPr>
            </a:pPr>
            <a:r>
              <a:rPr sz="1275" b="0">
                <a:solidFill>
                  <a:srgbClr val="5B6470"/>
                </a:solidFill>
              </a:rPr>
              <a:t>Recommended file to open first: Fixtures/BrowserTestBase.cs</a:t>
            </a:r>
          </a:p>
        </p:txBody>
      </p:sp>
    </p:spTree>
    <p:extLst>
      <p:ext uri="{BB962C8B-B14F-4D97-AF65-F5344CB8AC3E}">
        <p14:creationId xmlns:p14="http://schemas.microsoft.com/office/powerpoint/2010/main" val="2030761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2026-08-31T15:03:33.9850000Z</dcterms:created>
  <dcterms:modified xsi:type="dcterms:W3CDTF">2026-08-31T15:03:33.9850000Z</dcterms:modified>
</coreProperties>
</file>